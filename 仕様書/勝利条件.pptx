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2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黒沢　爽次" userId="fae486ef-0c84-45a4-a237-2d2b758b0e89" providerId="ADAL" clId="{EAF5760B-3E5F-44AE-8B3D-7D32DAA2A3B2}"/>
    <pc:docChg chg="custSel addSld modSld">
      <pc:chgData name="黒沢　爽次" userId="fae486ef-0c84-45a4-a237-2d2b758b0e89" providerId="ADAL" clId="{EAF5760B-3E5F-44AE-8B3D-7D32DAA2A3B2}" dt="2026-06-03T03:38:59.879" v="310" actId="20577"/>
      <pc:docMkLst>
        <pc:docMk/>
      </pc:docMkLst>
      <pc:sldChg chg="addSp delSp modSp new mod">
        <pc:chgData name="黒沢　爽次" userId="fae486ef-0c84-45a4-a237-2d2b758b0e89" providerId="ADAL" clId="{EAF5760B-3E5F-44AE-8B3D-7D32DAA2A3B2}" dt="2026-06-03T03:38:59.879" v="310" actId="20577"/>
        <pc:sldMkLst>
          <pc:docMk/>
          <pc:sldMk cId="155737" sldId="256"/>
        </pc:sldMkLst>
        <pc:spChg chg="del">
          <ac:chgData name="黒沢　爽次" userId="fae486ef-0c84-45a4-a237-2d2b758b0e89" providerId="ADAL" clId="{EAF5760B-3E5F-44AE-8B3D-7D32DAA2A3B2}" dt="2026-06-03T03:35:29.891" v="1" actId="478"/>
          <ac:spMkLst>
            <pc:docMk/>
            <pc:sldMk cId="155737" sldId="256"/>
            <ac:spMk id="2" creationId="{BBB4A43B-06FA-4BB4-A3B3-AB30AFD0BC71}"/>
          </ac:spMkLst>
        </pc:spChg>
        <pc:spChg chg="del">
          <ac:chgData name="黒沢　爽次" userId="fae486ef-0c84-45a4-a237-2d2b758b0e89" providerId="ADAL" clId="{EAF5760B-3E5F-44AE-8B3D-7D32DAA2A3B2}" dt="2026-06-03T03:35:29.891" v="1" actId="478"/>
          <ac:spMkLst>
            <pc:docMk/>
            <pc:sldMk cId="155737" sldId="256"/>
            <ac:spMk id="3" creationId="{ED6FDA5D-B5A4-40D2-80BB-B5C476D0709D}"/>
          </ac:spMkLst>
        </pc:spChg>
        <pc:spChg chg="add mod">
          <ac:chgData name="黒沢　爽次" userId="fae486ef-0c84-45a4-a237-2d2b758b0e89" providerId="ADAL" clId="{EAF5760B-3E5F-44AE-8B3D-7D32DAA2A3B2}" dt="2026-06-03T03:38:59.879" v="310" actId="20577"/>
          <ac:spMkLst>
            <pc:docMk/>
            <pc:sldMk cId="155737" sldId="256"/>
            <ac:spMk id="4" creationId="{BB10DB5B-D506-47AC-B778-9C55EEE535E3}"/>
          </ac:spMkLst>
        </pc:spChg>
      </pc:sldChg>
      <pc:sldMasterChg chg="addSldLayout">
        <pc:chgData name="黒沢　爽次" userId="fae486ef-0c84-45a4-a237-2d2b758b0e89" providerId="ADAL" clId="{EAF5760B-3E5F-44AE-8B3D-7D32DAA2A3B2}" dt="2026-06-03T03:35:27.005" v="0" actId="680"/>
        <pc:sldMasterMkLst>
          <pc:docMk/>
          <pc:sldMasterMk cId="755813990" sldId="2147483648"/>
        </pc:sldMasterMkLst>
        <pc:sldLayoutChg chg="add">
          <pc:chgData name="黒沢　爽次" userId="fae486ef-0c84-45a4-a237-2d2b758b0e89" providerId="ADAL" clId="{EAF5760B-3E5F-44AE-8B3D-7D32DAA2A3B2}" dt="2026-06-03T03:35:27.005" v="0" actId="680"/>
          <pc:sldLayoutMkLst>
            <pc:docMk/>
            <pc:sldMasterMk cId="755813990" sldId="2147483648"/>
            <pc:sldLayoutMk cId="236472972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37E3DE-4564-417C-AFF8-6C673ADE7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CEADDB6-41E2-49BC-A826-85D45A043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6472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81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10DB5B-D506-47AC-B778-9C55EEE535E3}"/>
              </a:ext>
            </a:extLst>
          </p:cNvPr>
          <p:cNvSpPr txBox="1"/>
          <p:nvPr/>
        </p:nvSpPr>
        <p:spPr>
          <a:xfrm>
            <a:off x="1448790" y="1745673"/>
            <a:ext cx="27815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子を合計〇回倒す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〇分間生き延びる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〇秒間攻撃を受けない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〇秒間移動しない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必殺技を〇回使う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特定の子を〇回倒す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5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黒沢　爽次</dc:creator>
  <cp:lastModifiedBy>黒沢　爽次</cp:lastModifiedBy>
  <cp:revision>1</cp:revision>
  <dcterms:created xsi:type="dcterms:W3CDTF">2026-06-03T03:35:25Z</dcterms:created>
  <dcterms:modified xsi:type="dcterms:W3CDTF">2026-06-03T03:40:19Z</dcterms:modified>
</cp:coreProperties>
</file>