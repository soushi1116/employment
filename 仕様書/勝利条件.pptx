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changesInfos/changesInfo1.xml" ContentType="application/vnd.ms-powerpoint.changes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</p:sldIdLst>
  <p:sldSz cx="12192000" cy="6858000"/>
  <p:notesSz cx="6858000" cy="9144000"/>
  <p:defaultTextStyle>
    <a:defPPr>
      <a:defRPr lang="ja-JP"/>
    </a:defPPr>
    <a:lvl1pPr marL="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81" d="100"/>
          <a:sy n="81" d="100"/>
        </p:scale>
        <p:origin x="126" y="24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7" Type="http://schemas.microsoft.com/office/2016/11/relationships/changesInfo" Target="changesInfos/changesInfo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黒沢　爽次" userId="fae486ef-0c84-45a4-a237-2d2b758b0e89" providerId="ADAL" clId="{EAF5760B-3E5F-44AE-8B3D-7D32DAA2A3B2}"/>
    <pc:docChg chg="custSel addSld modSld">
      <pc:chgData name="黒沢　爽次" userId="fae486ef-0c84-45a4-a237-2d2b758b0e89" providerId="ADAL" clId="{EAF5760B-3E5F-44AE-8B3D-7D32DAA2A3B2}" dt="2026-06-04T00:31:27.589" v="335" actId="1076"/>
      <pc:docMkLst>
        <pc:docMk/>
      </pc:docMkLst>
      <pc:sldChg chg="addSp delSp modSp new mod">
        <pc:chgData name="黒沢　爽次" userId="fae486ef-0c84-45a4-a237-2d2b758b0e89" providerId="ADAL" clId="{EAF5760B-3E5F-44AE-8B3D-7D32DAA2A3B2}" dt="2026-06-04T00:31:27.589" v="335" actId="1076"/>
        <pc:sldMkLst>
          <pc:docMk/>
          <pc:sldMk cId="155737" sldId="256"/>
        </pc:sldMkLst>
        <pc:spChg chg="add mod">
          <ac:chgData name="黒沢　爽次" userId="fae486ef-0c84-45a4-a237-2d2b758b0e89" providerId="ADAL" clId="{EAF5760B-3E5F-44AE-8B3D-7D32DAA2A3B2}" dt="2026-06-04T00:31:27.589" v="335" actId="1076"/>
          <ac:spMkLst>
            <pc:docMk/>
            <pc:sldMk cId="155737" sldId="256"/>
            <ac:spMk id="2" creationId="{A3E3E992-AA20-4877-AA68-691D3959FE5F}"/>
          </ac:spMkLst>
        </pc:spChg>
        <pc:spChg chg="del">
          <ac:chgData name="黒沢　爽次" userId="fae486ef-0c84-45a4-a237-2d2b758b0e89" providerId="ADAL" clId="{EAF5760B-3E5F-44AE-8B3D-7D32DAA2A3B2}" dt="2026-06-03T03:35:29.891" v="1" actId="478"/>
          <ac:spMkLst>
            <pc:docMk/>
            <pc:sldMk cId="155737" sldId="256"/>
            <ac:spMk id="2" creationId="{BBB4A43B-06FA-4BB4-A3B3-AB30AFD0BC71}"/>
          </ac:spMkLst>
        </pc:spChg>
        <pc:spChg chg="del">
          <ac:chgData name="黒沢　爽次" userId="fae486ef-0c84-45a4-a237-2d2b758b0e89" providerId="ADAL" clId="{EAF5760B-3E5F-44AE-8B3D-7D32DAA2A3B2}" dt="2026-06-03T03:35:29.891" v="1" actId="478"/>
          <ac:spMkLst>
            <pc:docMk/>
            <pc:sldMk cId="155737" sldId="256"/>
            <ac:spMk id="3" creationId="{ED6FDA5D-B5A4-40D2-80BB-B5C476D0709D}"/>
          </ac:spMkLst>
        </pc:spChg>
        <pc:spChg chg="add mod">
          <ac:chgData name="黒沢　爽次" userId="fae486ef-0c84-45a4-a237-2d2b758b0e89" providerId="ADAL" clId="{EAF5760B-3E5F-44AE-8B3D-7D32DAA2A3B2}" dt="2026-06-03T03:38:59.879" v="310" actId="20577"/>
          <ac:spMkLst>
            <pc:docMk/>
            <pc:sldMk cId="155737" sldId="256"/>
            <ac:spMk id="4" creationId="{BB10DB5B-D506-47AC-B778-9C55EEE535E3}"/>
          </ac:spMkLst>
        </pc:spChg>
      </pc:sldChg>
      <pc:sldMasterChg chg="addSldLayout">
        <pc:chgData name="黒沢　爽次" userId="fae486ef-0c84-45a4-a237-2d2b758b0e89" providerId="ADAL" clId="{EAF5760B-3E5F-44AE-8B3D-7D32DAA2A3B2}" dt="2026-06-03T03:35:27.005" v="0" actId="680"/>
        <pc:sldMasterMkLst>
          <pc:docMk/>
          <pc:sldMasterMk cId="755813990" sldId="2147483648"/>
        </pc:sldMasterMkLst>
        <pc:sldLayoutChg chg="add">
          <pc:chgData name="黒沢　爽次" userId="fae486ef-0c84-45a4-a237-2d2b758b0e89" providerId="ADAL" clId="{EAF5760B-3E5F-44AE-8B3D-7D32DAA2A3B2}" dt="2026-06-03T03:35:27.005" v="0" actId="680"/>
          <pc:sldLayoutMkLst>
            <pc:docMk/>
            <pc:sldMasterMk cId="755813990" sldId="2147483648"/>
            <pc:sldLayoutMk cId="2364729724" sldId="2147483649"/>
          </pc:sldLayoutMkLst>
        </pc:sldLayoutChg>
      </pc:sldMasterChg>
    </pc:docChg>
  </pc:docChgLst>
</pc:chgInfo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C637E3DE-4564-417C-AFF8-6C673ADE76F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  <a:prstGeom prst="rect">
            <a:avLst/>
          </a:prstGeom>
        </p:spPr>
        <p:txBody>
          <a:bodyPr anchor="b"/>
          <a:lstStyle>
            <a:lvl1pPr algn="ctr"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字幕 2">
            <a:extLst>
              <a:ext uri="{FF2B5EF4-FFF2-40B4-BE49-F238E27FC236}">
                <a16:creationId xmlns:a16="http://schemas.microsoft.com/office/drawing/2014/main" id="{DCEADDB6-41E2-49BC-A826-85D45A0430B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kumimoji="1" lang="ja-JP" altLang="en-US"/>
              <a:t>マスター サブタイトルの書式設定</a:t>
            </a:r>
          </a:p>
        </p:txBody>
      </p:sp>
    </p:spTree>
    <p:extLst>
      <p:ext uri="{BB962C8B-B14F-4D97-AF65-F5344CB8AC3E}">
        <p14:creationId xmlns:p14="http://schemas.microsoft.com/office/powerpoint/2010/main" val="236472972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75581399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kumimoji="1"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kumimoji="1"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ja-JP"/>
      </a:defPPr>
      <a:lvl1pPr marL="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BB10DB5B-D506-47AC-B778-9C55EEE535E3}"/>
              </a:ext>
            </a:extLst>
          </p:cNvPr>
          <p:cNvSpPr txBox="1"/>
          <p:nvPr/>
        </p:nvSpPr>
        <p:spPr>
          <a:xfrm>
            <a:off x="1448790" y="1745673"/>
            <a:ext cx="2781531" cy="203132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kumimoji="1" lang="ja-JP" altLang="en-US" dirty="0"/>
              <a:t>子を合計〇回倒す</a:t>
            </a:r>
            <a:endParaRPr kumimoji="1" lang="en-US" altLang="ja-JP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ja-JP" altLang="en-US" dirty="0"/>
              <a:t>〇分間生き延びる</a:t>
            </a:r>
            <a:endParaRPr lang="en-US" altLang="ja-JP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kumimoji="1" lang="ja-JP" altLang="en-US" dirty="0"/>
              <a:t>〇秒間攻撃を受けない</a:t>
            </a:r>
            <a:endParaRPr kumimoji="1" lang="en-US" altLang="ja-JP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kumimoji="1" lang="ja-JP" altLang="en-US" dirty="0"/>
              <a:t>〇秒間移動しない</a:t>
            </a:r>
            <a:endParaRPr kumimoji="1" lang="en-US" altLang="ja-JP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ja-JP" altLang="en-US" dirty="0"/>
              <a:t>必殺技を〇回使う</a:t>
            </a:r>
            <a:endParaRPr lang="en-US" altLang="ja-JP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kumimoji="1" lang="ja-JP" altLang="en-US" dirty="0"/>
              <a:t>特定の子を〇回倒す</a:t>
            </a:r>
            <a:endParaRPr lang="en-US" altLang="ja-JP" dirty="0"/>
          </a:p>
          <a:p>
            <a:pPr marL="285750" indent="-285750">
              <a:buFont typeface="Arial" panose="020B0604020202020204" pitchFamily="34" charset="0"/>
              <a:buChar char="•"/>
            </a:pPr>
            <a:endParaRPr kumimoji="1" lang="en-US" altLang="ja-JP" dirty="0"/>
          </a:p>
        </p:txBody>
      </p:sp>
      <p:sp>
        <p:nvSpPr>
          <p:cNvPr id="2" name="テキスト ボックス 1">
            <a:extLst>
              <a:ext uri="{FF2B5EF4-FFF2-40B4-BE49-F238E27FC236}">
                <a16:creationId xmlns:a16="http://schemas.microsoft.com/office/drawing/2014/main" id="{A3E3E992-AA20-4877-AA68-691D3959FE5F}"/>
              </a:ext>
            </a:extLst>
          </p:cNvPr>
          <p:cNvSpPr txBox="1"/>
          <p:nvPr/>
        </p:nvSpPr>
        <p:spPr>
          <a:xfrm>
            <a:off x="3325091" y="4465122"/>
            <a:ext cx="203132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dirty="0"/>
              <a:t>思いつき次第追加</a:t>
            </a:r>
          </a:p>
        </p:txBody>
      </p:sp>
    </p:spTree>
    <p:extLst>
      <p:ext uri="{BB962C8B-B14F-4D97-AF65-F5344CB8AC3E}">
        <p14:creationId xmlns:p14="http://schemas.microsoft.com/office/powerpoint/2010/main" val="15573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游ゴシック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</TotalTime>
  <Words>27</Words>
  <Application>Microsoft Office PowerPoint</Application>
  <PresentationFormat>ワイド画面</PresentationFormat>
  <Paragraphs>7</Paragraphs>
  <Slides>1</Slides>
  <Notes>0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3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1</vt:i4>
      </vt:variant>
    </vt:vector>
  </HeadingPairs>
  <TitlesOfParts>
    <vt:vector size="5" baseType="lpstr">
      <vt:lpstr>游ゴシック</vt:lpstr>
      <vt:lpstr>游ゴシック Light</vt:lpstr>
      <vt:lpstr>Arial</vt:lpstr>
      <vt:lpstr>Office テーマ</vt:lpstr>
      <vt:lpstr>PowerPoint プレゼンテーション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プレゼンテーション</dc:title>
  <dc:creator>黒沢　爽次</dc:creator>
  <cp:lastModifiedBy>黒沢　爽次</cp:lastModifiedBy>
  <cp:revision>1</cp:revision>
  <dcterms:created xsi:type="dcterms:W3CDTF">2026-06-03T03:35:25Z</dcterms:created>
  <dcterms:modified xsi:type="dcterms:W3CDTF">2026-06-04T00:31:30Z</dcterms:modified>
</cp:coreProperties>
</file>