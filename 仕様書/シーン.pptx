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58" r:id="rId5"/>
    <p:sldId id="260" r:id="rId6"/>
    <p:sldId id="269" r:id="rId7"/>
    <p:sldId id="259" r:id="rId8"/>
    <p:sldId id="267" r:id="rId9"/>
    <p:sldId id="262" r:id="rId10"/>
    <p:sldId id="261" r:id="rId11"/>
    <p:sldId id="263" r:id="rId12"/>
    <p:sldId id="266" r:id="rId13"/>
    <p:sldId id="265" r:id="rId14"/>
    <p:sldId id="264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26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黒沢　爽次" userId="fae486ef-0c84-45a4-a237-2d2b758b0e89" providerId="ADAL" clId="{64A8C56E-7B60-49D6-AD88-22DC8C2BC8B6}"/>
    <pc:docChg chg="undo custSel addSld modSld sldOrd">
      <pc:chgData name="黒沢　爽次" userId="fae486ef-0c84-45a4-a237-2d2b758b0e89" providerId="ADAL" clId="{64A8C56E-7B60-49D6-AD88-22DC8C2BC8B6}" dt="2026-06-03T03:33:24.709" v="2000" actId="1076"/>
      <pc:docMkLst>
        <pc:docMk/>
      </pc:docMkLst>
      <pc:sldChg chg="addSp delSp modSp new mod">
        <pc:chgData name="黒沢　爽次" userId="fae486ef-0c84-45a4-a237-2d2b758b0e89" providerId="ADAL" clId="{64A8C56E-7B60-49D6-AD88-22DC8C2BC8B6}" dt="2026-06-02T03:34:14.149" v="256" actId="5793"/>
        <pc:sldMkLst>
          <pc:docMk/>
          <pc:sldMk cId="4266261445" sldId="256"/>
        </pc:sldMkLst>
        <pc:spChg chg="del">
          <ac:chgData name="黒沢　爽次" userId="fae486ef-0c84-45a4-a237-2d2b758b0e89" providerId="ADAL" clId="{64A8C56E-7B60-49D6-AD88-22DC8C2BC8B6}" dt="2026-06-02T03:16:20.400" v="1" actId="478"/>
          <ac:spMkLst>
            <pc:docMk/>
            <pc:sldMk cId="4266261445" sldId="256"/>
            <ac:spMk id="2" creationId="{44F2C1FC-608E-4AF2-AF35-7D20E9DD92AE}"/>
          </ac:spMkLst>
        </pc:spChg>
        <pc:spChg chg="del">
          <ac:chgData name="黒沢　爽次" userId="fae486ef-0c84-45a4-a237-2d2b758b0e89" providerId="ADAL" clId="{64A8C56E-7B60-49D6-AD88-22DC8C2BC8B6}" dt="2026-06-02T03:16:20.400" v="1" actId="478"/>
          <ac:spMkLst>
            <pc:docMk/>
            <pc:sldMk cId="4266261445" sldId="256"/>
            <ac:spMk id="3" creationId="{EC343E29-B3CE-453F-87A4-354045A0EE0C}"/>
          </ac:spMkLst>
        </pc:spChg>
        <pc:spChg chg="add mod">
          <ac:chgData name="黒沢　爽次" userId="fae486ef-0c84-45a4-a237-2d2b758b0e89" providerId="ADAL" clId="{64A8C56E-7B60-49D6-AD88-22DC8C2BC8B6}" dt="2026-06-02T03:34:14.149" v="256" actId="5793"/>
          <ac:spMkLst>
            <pc:docMk/>
            <pc:sldMk cId="4266261445" sldId="256"/>
            <ac:spMk id="4" creationId="{179BE213-15D4-4F1E-A8C5-0EA1252A96F1}"/>
          </ac:spMkLst>
        </pc:spChg>
        <pc:spChg chg="add mod">
          <ac:chgData name="黒沢　爽次" userId="fae486ef-0c84-45a4-a237-2d2b758b0e89" providerId="ADAL" clId="{64A8C56E-7B60-49D6-AD88-22DC8C2BC8B6}" dt="2026-06-02T03:19:00.665" v="183" actId="1076"/>
          <ac:spMkLst>
            <pc:docMk/>
            <pc:sldMk cId="4266261445" sldId="256"/>
            <ac:spMk id="5" creationId="{78FF344E-63E8-4901-88BF-9FCC54F5E7EA}"/>
          </ac:spMkLst>
        </pc:spChg>
        <pc:spChg chg="add mod">
          <ac:chgData name="黒沢　爽次" userId="fae486ef-0c84-45a4-a237-2d2b758b0e89" providerId="ADAL" clId="{64A8C56E-7B60-49D6-AD88-22DC8C2BC8B6}" dt="2026-06-02T03:19:00.665" v="183" actId="1076"/>
          <ac:spMkLst>
            <pc:docMk/>
            <pc:sldMk cId="4266261445" sldId="256"/>
            <ac:spMk id="6" creationId="{3982E25B-14D5-4514-AE52-8F531DAD36DE}"/>
          </ac:spMkLst>
        </pc:spChg>
        <pc:spChg chg="add mod">
          <ac:chgData name="黒沢　爽次" userId="fae486ef-0c84-45a4-a237-2d2b758b0e89" providerId="ADAL" clId="{64A8C56E-7B60-49D6-AD88-22DC8C2BC8B6}" dt="2026-06-02T03:19:00.665" v="183" actId="1076"/>
          <ac:spMkLst>
            <pc:docMk/>
            <pc:sldMk cId="4266261445" sldId="256"/>
            <ac:spMk id="7" creationId="{0B5D7CA5-1757-4CF4-9220-0A3A7A7FAA49}"/>
          </ac:spMkLst>
        </pc:spChg>
      </pc:sldChg>
      <pc:sldChg chg="addSp delSp modSp new mod">
        <pc:chgData name="黒沢　爽次" userId="fae486ef-0c84-45a4-a237-2d2b758b0e89" providerId="ADAL" clId="{64A8C56E-7B60-49D6-AD88-22DC8C2BC8B6}" dt="2026-06-03T03:33:15.150" v="1998" actId="207"/>
        <pc:sldMkLst>
          <pc:docMk/>
          <pc:sldMk cId="3471022167" sldId="257"/>
        </pc:sldMkLst>
        <pc:spChg chg="del">
          <ac:chgData name="黒沢　爽次" userId="fae486ef-0c84-45a4-a237-2d2b758b0e89" providerId="ADAL" clId="{64A8C56E-7B60-49D6-AD88-22DC8C2BC8B6}" dt="2026-06-02T03:32:54.390" v="194" actId="478"/>
          <ac:spMkLst>
            <pc:docMk/>
            <pc:sldMk cId="3471022167" sldId="257"/>
            <ac:spMk id="2" creationId="{C94BEC32-5297-4D69-B206-D5D929CE88F7}"/>
          </ac:spMkLst>
        </pc:spChg>
        <pc:spChg chg="del">
          <ac:chgData name="黒沢　爽次" userId="fae486ef-0c84-45a4-a237-2d2b758b0e89" providerId="ADAL" clId="{64A8C56E-7B60-49D6-AD88-22DC8C2BC8B6}" dt="2026-06-02T03:32:54.390" v="194" actId="478"/>
          <ac:spMkLst>
            <pc:docMk/>
            <pc:sldMk cId="3471022167" sldId="257"/>
            <ac:spMk id="3" creationId="{3F99BC61-E03E-4E71-B61B-B096A4926240}"/>
          </ac:spMkLst>
        </pc:spChg>
        <pc:spChg chg="add mod">
          <ac:chgData name="黒沢　爽次" userId="fae486ef-0c84-45a4-a237-2d2b758b0e89" providerId="ADAL" clId="{64A8C56E-7B60-49D6-AD88-22DC8C2BC8B6}" dt="2026-06-02T03:33:39.162" v="225" actId="20577"/>
          <ac:spMkLst>
            <pc:docMk/>
            <pc:sldMk cId="3471022167" sldId="257"/>
            <ac:spMk id="4" creationId="{1A2DDECC-ECC3-4F18-A604-21BF70833EAD}"/>
          </ac:spMkLst>
        </pc:spChg>
        <pc:spChg chg="add mod">
          <ac:chgData name="黒沢　爽次" userId="fae486ef-0c84-45a4-a237-2d2b758b0e89" providerId="ADAL" clId="{64A8C56E-7B60-49D6-AD88-22DC8C2BC8B6}" dt="2026-06-02T03:42:41.832" v="466"/>
          <ac:spMkLst>
            <pc:docMk/>
            <pc:sldMk cId="3471022167" sldId="257"/>
            <ac:spMk id="5" creationId="{CDE0AE0A-B76C-4D15-AE15-92C4D7FAD2F2}"/>
          </ac:spMkLst>
        </pc:spChg>
        <pc:spChg chg="add mod">
          <ac:chgData name="黒沢　爽次" userId="fae486ef-0c84-45a4-a237-2d2b758b0e89" providerId="ADAL" clId="{64A8C56E-7B60-49D6-AD88-22DC8C2BC8B6}" dt="2026-06-03T03:33:12.450" v="1997" actId="207"/>
          <ac:spMkLst>
            <pc:docMk/>
            <pc:sldMk cId="3471022167" sldId="257"/>
            <ac:spMk id="6" creationId="{5B50C9F1-A984-4A58-B5BF-A43A00475759}"/>
          </ac:spMkLst>
        </pc:spChg>
        <pc:spChg chg="add mod">
          <ac:chgData name="黒沢　爽次" userId="fae486ef-0c84-45a4-a237-2d2b758b0e89" providerId="ADAL" clId="{64A8C56E-7B60-49D6-AD88-22DC8C2BC8B6}" dt="2026-06-03T03:33:15.150" v="1998" actId="207"/>
          <ac:spMkLst>
            <pc:docMk/>
            <pc:sldMk cId="3471022167" sldId="257"/>
            <ac:spMk id="7" creationId="{93FE237F-0A19-4239-9601-E81C8488FA25}"/>
          </ac:spMkLst>
        </pc:spChg>
      </pc:sldChg>
      <pc:sldChg chg="addSp delSp modSp new mod">
        <pc:chgData name="黒沢　爽次" userId="fae486ef-0c84-45a4-a237-2d2b758b0e89" providerId="ADAL" clId="{64A8C56E-7B60-49D6-AD88-22DC8C2BC8B6}" dt="2026-06-03T03:33:24.709" v="2000" actId="1076"/>
        <pc:sldMkLst>
          <pc:docMk/>
          <pc:sldMk cId="2222033658" sldId="258"/>
        </pc:sldMkLst>
        <pc:spChg chg="del">
          <ac:chgData name="黒沢　爽次" userId="fae486ef-0c84-45a4-a237-2d2b758b0e89" providerId="ADAL" clId="{64A8C56E-7B60-49D6-AD88-22DC8C2BC8B6}" dt="2026-06-02T03:33:46.008" v="227" actId="478"/>
          <ac:spMkLst>
            <pc:docMk/>
            <pc:sldMk cId="2222033658" sldId="258"/>
            <ac:spMk id="2" creationId="{CA5A493C-AC34-4B46-9F8E-74DE167106E0}"/>
          </ac:spMkLst>
        </pc:spChg>
        <pc:spChg chg="del">
          <ac:chgData name="黒沢　爽次" userId="fae486ef-0c84-45a4-a237-2d2b758b0e89" providerId="ADAL" clId="{64A8C56E-7B60-49D6-AD88-22DC8C2BC8B6}" dt="2026-06-02T03:33:46.008" v="227" actId="478"/>
          <ac:spMkLst>
            <pc:docMk/>
            <pc:sldMk cId="2222033658" sldId="258"/>
            <ac:spMk id="3" creationId="{F4E97B02-3351-41A3-A14B-38EEB59436B1}"/>
          </ac:spMkLst>
        </pc:spChg>
        <pc:spChg chg="add mod">
          <ac:chgData name="黒沢　爽次" userId="fae486ef-0c84-45a4-a237-2d2b758b0e89" providerId="ADAL" clId="{64A8C56E-7B60-49D6-AD88-22DC8C2BC8B6}" dt="2026-06-02T04:34:55.245" v="473" actId="1076"/>
          <ac:spMkLst>
            <pc:docMk/>
            <pc:sldMk cId="2222033658" sldId="258"/>
            <ac:spMk id="4" creationId="{900315C2-4B22-44EC-88AF-6ADA94F7DC58}"/>
          </ac:spMkLst>
        </pc:spChg>
        <pc:spChg chg="add mod">
          <ac:chgData name="黒沢　爽次" userId="fae486ef-0c84-45a4-a237-2d2b758b0e89" providerId="ADAL" clId="{64A8C56E-7B60-49D6-AD88-22DC8C2BC8B6}" dt="2026-06-02T04:34:55.245" v="473" actId="1076"/>
          <ac:spMkLst>
            <pc:docMk/>
            <pc:sldMk cId="2222033658" sldId="258"/>
            <ac:spMk id="5" creationId="{93E606B5-A1FD-46E7-8FF0-BEB3C00062E2}"/>
          </ac:spMkLst>
        </pc:spChg>
        <pc:spChg chg="add mod">
          <ac:chgData name="黒沢　爽次" userId="fae486ef-0c84-45a4-a237-2d2b758b0e89" providerId="ADAL" clId="{64A8C56E-7B60-49D6-AD88-22DC8C2BC8B6}" dt="2026-06-02T04:34:55.245" v="473" actId="1076"/>
          <ac:spMkLst>
            <pc:docMk/>
            <pc:sldMk cId="2222033658" sldId="258"/>
            <ac:spMk id="6" creationId="{5041455A-AF7B-422B-B49A-8BFD3DB98D9E}"/>
          </ac:spMkLst>
        </pc:spChg>
        <pc:spChg chg="add mod">
          <ac:chgData name="黒沢　爽次" userId="fae486ef-0c84-45a4-a237-2d2b758b0e89" providerId="ADAL" clId="{64A8C56E-7B60-49D6-AD88-22DC8C2BC8B6}" dt="2026-06-03T03:33:24.709" v="2000" actId="1076"/>
          <ac:spMkLst>
            <pc:docMk/>
            <pc:sldMk cId="2222033658" sldId="258"/>
            <ac:spMk id="7" creationId="{47A1C660-A3C6-4CF7-9272-BCE9FD798291}"/>
          </ac:spMkLst>
        </pc:spChg>
        <pc:spChg chg="add del">
          <ac:chgData name="黒沢　爽次" userId="fae486ef-0c84-45a4-a237-2d2b758b0e89" providerId="ADAL" clId="{64A8C56E-7B60-49D6-AD88-22DC8C2BC8B6}" dt="2026-06-02T03:38:25.540" v="364" actId="478"/>
          <ac:spMkLst>
            <pc:docMk/>
            <pc:sldMk cId="2222033658" sldId="258"/>
            <ac:spMk id="8" creationId="{AF19D8B8-BB5B-44C4-8B37-4C1B8AD1D78C}"/>
          </ac:spMkLst>
        </pc:spChg>
        <pc:spChg chg="add mod">
          <ac:chgData name="黒沢　爽次" userId="fae486ef-0c84-45a4-a237-2d2b758b0e89" providerId="ADAL" clId="{64A8C56E-7B60-49D6-AD88-22DC8C2BC8B6}" dt="2026-06-02T04:34:55.245" v="473" actId="1076"/>
          <ac:spMkLst>
            <pc:docMk/>
            <pc:sldMk cId="2222033658" sldId="258"/>
            <ac:spMk id="9" creationId="{C31ED5AD-F2F0-48A8-84A6-AB3862852905}"/>
          </ac:spMkLst>
        </pc:spChg>
        <pc:spChg chg="add mod">
          <ac:chgData name="黒沢　爽次" userId="fae486ef-0c84-45a4-a237-2d2b758b0e89" providerId="ADAL" clId="{64A8C56E-7B60-49D6-AD88-22DC8C2BC8B6}" dt="2026-06-02T04:34:55.245" v="473" actId="1076"/>
          <ac:spMkLst>
            <pc:docMk/>
            <pc:sldMk cId="2222033658" sldId="258"/>
            <ac:spMk id="10" creationId="{0A639098-03BF-4627-9024-18382B62CF1C}"/>
          </ac:spMkLst>
        </pc:spChg>
        <pc:spChg chg="add mod">
          <ac:chgData name="黒沢　爽次" userId="fae486ef-0c84-45a4-a237-2d2b758b0e89" providerId="ADAL" clId="{64A8C56E-7B60-49D6-AD88-22DC8C2BC8B6}" dt="2026-06-02T04:34:55.245" v="473" actId="1076"/>
          <ac:spMkLst>
            <pc:docMk/>
            <pc:sldMk cId="2222033658" sldId="258"/>
            <ac:spMk id="11" creationId="{D151C937-8C35-403A-A6A3-7113D302B452}"/>
          </ac:spMkLst>
        </pc:spChg>
        <pc:spChg chg="add mod">
          <ac:chgData name="黒沢　爽次" userId="fae486ef-0c84-45a4-a237-2d2b758b0e89" providerId="ADAL" clId="{64A8C56E-7B60-49D6-AD88-22DC8C2BC8B6}" dt="2026-06-02T04:34:55.245" v="473" actId="1076"/>
          <ac:spMkLst>
            <pc:docMk/>
            <pc:sldMk cId="2222033658" sldId="258"/>
            <ac:spMk id="12" creationId="{9687E5BC-780A-4255-884C-3DFCB8AE5BCB}"/>
          </ac:spMkLst>
        </pc:spChg>
        <pc:spChg chg="add mod">
          <ac:chgData name="黒沢　爽次" userId="fae486ef-0c84-45a4-a237-2d2b758b0e89" providerId="ADAL" clId="{64A8C56E-7B60-49D6-AD88-22DC8C2BC8B6}" dt="2026-06-02T04:34:55.245" v="473" actId="1076"/>
          <ac:spMkLst>
            <pc:docMk/>
            <pc:sldMk cId="2222033658" sldId="258"/>
            <ac:spMk id="13" creationId="{48B357F3-4E27-4F42-A0FE-764683A1B5E4}"/>
          </ac:spMkLst>
        </pc:spChg>
        <pc:graphicFrameChg chg="add mod modGraphic">
          <ac:chgData name="黒沢　爽次" userId="fae486ef-0c84-45a4-a237-2d2b758b0e89" providerId="ADAL" clId="{64A8C56E-7B60-49D6-AD88-22DC8C2BC8B6}" dt="2026-06-03T03:32:31.989" v="1974" actId="20577"/>
          <ac:graphicFrameMkLst>
            <pc:docMk/>
            <pc:sldMk cId="2222033658" sldId="258"/>
            <ac:graphicFrameMk id="14" creationId="{62172B09-3E02-4868-891D-FCC55766E2A8}"/>
          </ac:graphicFrameMkLst>
        </pc:graphicFrameChg>
      </pc:sldChg>
      <pc:sldChg chg="addSp delSp modSp new mod">
        <pc:chgData name="黒沢　爽次" userId="fae486ef-0c84-45a4-a237-2d2b758b0e89" providerId="ADAL" clId="{64A8C56E-7B60-49D6-AD88-22DC8C2BC8B6}" dt="2026-06-03T03:32:41.768" v="1984" actId="20577"/>
        <pc:sldMkLst>
          <pc:docMk/>
          <pc:sldMk cId="3886514761" sldId="259"/>
        </pc:sldMkLst>
        <pc:spChg chg="del">
          <ac:chgData name="黒沢　爽次" userId="fae486ef-0c84-45a4-a237-2d2b758b0e89" providerId="ADAL" clId="{64A8C56E-7B60-49D6-AD88-22DC8C2BC8B6}" dt="2026-06-02T03:33:57.585" v="247" actId="478"/>
          <ac:spMkLst>
            <pc:docMk/>
            <pc:sldMk cId="3886514761" sldId="259"/>
            <ac:spMk id="2" creationId="{3F80B128-19C0-452E-8A44-FCF76D0A6269}"/>
          </ac:spMkLst>
        </pc:spChg>
        <pc:spChg chg="add mod">
          <ac:chgData name="黒沢　爽次" userId="fae486ef-0c84-45a4-a237-2d2b758b0e89" providerId="ADAL" clId="{64A8C56E-7B60-49D6-AD88-22DC8C2BC8B6}" dt="2026-06-03T03:09:24.049" v="1433" actId="1076"/>
          <ac:spMkLst>
            <pc:docMk/>
            <pc:sldMk cId="3886514761" sldId="259"/>
            <ac:spMk id="2" creationId="{FC121247-DCCB-411A-B40F-2F909C98C985}"/>
          </ac:spMkLst>
        </pc:spChg>
        <pc:spChg chg="del">
          <ac:chgData name="黒沢　爽次" userId="fae486ef-0c84-45a4-a237-2d2b758b0e89" providerId="ADAL" clId="{64A8C56E-7B60-49D6-AD88-22DC8C2BC8B6}" dt="2026-06-02T03:33:57.585" v="247" actId="478"/>
          <ac:spMkLst>
            <pc:docMk/>
            <pc:sldMk cId="3886514761" sldId="259"/>
            <ac:spMk id="3" creationId="{6A2610D8-A2D4-429E-8CE7-FAF1C2DD4A1A}"/>
          </ac:spMkLst>
        </pc:spChg>
        <pc:spChg chg="add mod">
          <ac:chgData name="黒沢　爽次" userId="fae486ef-0c84-45a4-a237-2d2b758b0e89" providerId="ADAL" clId="{64A8C56E-7B60-49D6-AD88-22DC8C2BC8B6}" dt="2026-06-02T04:38:56.700" v="618" actId="1076"/>
          <ac:spMkLst>
            <pc:docMk/>
            <pc:sldMk cId="3886514761" sldId="259"/>
            <ac:spMk id="4" creationId="{8EE49DF3-66E2-4517-925D-A1E2BDEED424}"/>
          </ac:spMkLst>
        </pc:spChg>
        <pc:spChg chg="add mod">
          <ac:chgData name="黒沢　爽次" userId="fae486ef-0c84-45a4-a237-2d2b758b0e89" providerId="ADAL" clId="{64A8C56E-7B60-49D6-AD88-22DC8C2BC8B6}" dt="2026-06-03T03:09:24.049" v="1433" actId="1076"/>
          <ac:spMkLst>
            <pc:docMk/>
            <pc:sldMk cId="3886514761" sldId="259"/>
            <ac:spMk id="5" creationId="{856F1BFA-4919-43B4-A901-A3914035D78D}"/>
          </ac:spMkLst>
        </pc:spChg>
        <pc:spChg chg="add del mod">
          <ac:chgData name="黒沢　爽次" userId="fae486ef-0c84-45a4-a237-2d2b758b0e89" providerId="ADAL" clId="{64A8C56E-7B60-49D6-AD88-22DC8C2BC8B6}" dt="2026-06-03T03:08:44.576" v="1408" actId="478"/>
          <ac:spMkLst>
            <pc:docMk/>
            <pc:sldMk cId="3886514761" sldId="259"/>
            <ac:spMk id="6" creationId="{FB228D57-3CEA-4E73-AEFD-2A00EFD2A481}"/>
          </ac:spMkLst>
        </pc:spChg>
        <pc:spChg chg="add del mod">
          <ac:chgData name="黒沢　爽次" userId="fae486ef-0c84-45a4-a237-2d2b758b0e89" providerId="ADAL" clId="{64A8C56E-7B60-49D6-AD88-22DC8C2BC8B6}" dt="2026-06-03T03:08:43.850" v="1407" actId="478"/>
          <ac:spMkLst>
            <pc:docMk/>
            <pc:sldMk cId="3886514761" sldId="259"/>
            <ac:spMk id="7" creationId="{BEBCFAFE-1FC1-4F26-9ABE-2BAE3849601C}"/>
          </ac:spMkLst>
        </pc:spChg>
        <pc:spChg chg="add mod">
          <ac:chgData name="黒沢　爽次" userId="fae486ef-0c84-45a4-a237-2d2b758b0e89" providerId="ADAL" clId="{64A8C56E-7B60-49D6-AD88-22DC8C2BC8B6}" dt="2026-06-03T03:09:24.049" v="1433" actId="1076"/>
          <ac:spMkLst>
            <pc:docMk/>
            <pc:sldMk cId="3886514761" sldId="259"/>
            <ac:spMk id="8" creationId="{07BD6A2B-AF3E-4545-8E9D-1108F0903524}"/>
          </ac:spMkLst>
        </pc:spChg>
        <pc:spChg chg="add mod">
          <ac:chgData name="黒沢　爽次" userId="fae486ef-0c84-45a4-a237-2d2b758b0e89" providerId="ADAL" clId="{64A8C56E-7B60-49D6-AD88-22DC8C2BC8B6}" dt="2026-06-03T03:09:24.049" v="1433" actId="1076"/>
          <ac:spMkLst>
            <pc:docMk/>
            <pc:sldMk cId="3886514761" sldId="259"/>
            <ac:spMk id="9" creationId="{9212A6D8-0B59-4730-B28B-51955E807BC9}"/>
          </ac:spMkLst>
        </pc:spChg>
        <pc:spChg chg="add mod">
          <ac:chgData name="黒沢　爽次" userId="fae486ef-0c84-45a4-a237-2d2b758b0e89" providerId="ADAL" clId="{64A8C56E-7B60-49D6-AD88-22DC8C2BC8B6}" dt="2026-06-03T03:09:24.049" v="1433" actId="1076"/>
          <ac:spMkLst>
            <pc:docMk/>
            <pc:sldMk cId="3886514761" sldId="259"/>
            <ac:spMk id="10" creationId="{3ED6A77D-836B-4C3A-AD6B-EC0655A820B3}"/>
          </ac:spMkLst>
        </pc:spChg>
        <pc:spChg chg="add mod">
          <ac:chgData name="黒沢　爽次" userId="fae486ef-0c84-45a4-a237-2d2b758b0e89" providerId="ADAL" clId="{64A8C56E-7B60-49D6-AD88-22DC8C2BC8B6}" dt="2026-06-03T03:09:24.049" v="1433" actId="1076"/>
          <ac:spMkLst>
            <pc:docMk/>
            <pc:sldMk cId="3886514761" sldId="259"/>
            <ac:spMk id="11" creationId="{B6A40B28-B7DE-4D5E-9E20-0C168A412782}"/>
          </ac:spMkLst>
        </pc:spChg>
        <pc:graphicFrameChg chg="add mod modGraphic">
          <ac:chgData name="黒沢　爽次" userId="fae486ef-0c84-45a4-a237-2d2b758b0e89" providerId="ADAL" clId="{64A8C56E-7B60-49D6-AD88-22DC8C2BC8B6}" dt="2026-06-03T03:32:41.768" v="1984" actId="20577"/>
          <ac:graphicFrameMkLst>
            <pc:docMk/>
            <pc:sldMk cId="3886514761" sldId="259"/>
            <ac:graphicFrameMk id="12" creationId="{15D52274-E5DA-4D08-AF89-BEE016CC6ABB}"/>
          </ac:graphicFrameMkLst>
        </pc:graphicFrameChg>
      </pc:sldChg>
      <pc:sldChg chg="addSp delSp modSp new mod ord">
        <pc:chgData name="黒沢　爽次" userId="fae486ef-0c84-45a4-a237-2d2b758b0e89" providerId="ADAL" clId="{64A8C56E-7B60-49D6-AD88-22DC8C2BC8B6}" dt="2026-06-03T03:32:37.353" v="1979" actId="20577"/>
        <pc:sldMkLst>
          <pc:docMk/>
          <pc:sldMk cId="511957640" sldId="260"/>
        </pc:sldMkLst>
        <pc:spChg chg="del">
          <ac:chgData name="黒沢　爽次" userId="fae486ef-0c84-45a4-a237-2d2b758b0e89" providerId="ADAL" clId="{64A8C56E-7B60-49D6-AD88-22DC8C2BC8B6}" dt="2026-06-02T03:34:40.127" v="258" actId="478"/>
          <ac:spMkLst>
            <pc:docMk/>
            <pc:sldMk cId="511957640" sldId="260"/>
            <ac:spMk id="2" creationId="{B5815396-55DE-49ED-A5DE-0927A78DAB17}"/>
          </ac:spMkLst>
        </pc:spChg>
        <pc:spChg chg="del">
          <ac:chgData name="黒沢　爽次" userId="fae486ef-0c84-45a4-a237-2d2b758b0e89" providerId="ADAL" clId="{64A8C56E-7B60-49D6-AD88-22DC8C2BC8B6}" dt="2026-06-02T03:34:40.127" v="258" actId="478"/>
          <ac:spMkLst>
            <pc:docMk/>
            <pc:sldMk cId="511957640" sldId="260"/>
            <ac:spMk id="3" creationId="{334069AB-73A9-4EA8-B0D8-6F0EBFE94943}"/>
          </ac:spMkLst>
        </pc:spChg>
        <pc:spChg chg="add mod">
          <ac:chgData name="黒沢　爽次" userId="fae486ef-0c84-45a4-a237-2d2b758b0e89" providerId="ADAL" clId="{64A8C56E-7B60-49D6-AD88-22DC8C2BC8B6}" dt="2026-06-02T03:34:45.519" v="268" actId="20577"/>
          <ac:spMkLst>
            <pc:docMk/>
            <pc:sldMk cId="511957640" sldId="260"/>
            <ac:spMk id="4" creationId="{ADF0773D-CED1-41D0-9E05-A7590002AD98}"/>
          </ac:spMkLst>
        </pc:spChg>
        <pc:spChg chg="add mod">
          <ac:chgData name="黒沢　爽次" userId="fae486ef-0c84-45a4-a237-2d2b758b0e89" providerId="ADAL" clId="{64A8C56E-7B60-49D6-AD88-22DC8C2BC8B6}" dt="2026-06-02T06:22:20.352" v="652" actId="1076"/>
          <ac:spMkLst>
            <pc:docMk/>
            <pc:sldMk cId="511957640" sldId="260"/>
            <ac:spMk id="5" creationId="{A63D0D9D-BFAD-4C42-BD10-5FC4047E0A1A}"/>
          </ac:spMkLst>
        </pc:spChg>
        <pc:spChg chg="add mod">
          <ac:chgData name="黒沢　爽次" userId="fae486ef-0c84-45a4-a237-2d2b758b0e89" providerId="ADAL" clId="{64A8C56E-7B60-49D6-AD88-22DC8C2BC8B6}" dt="2026-06-02T06:22:20.352" v="652" actId="1076"/>
          <ac:spMkLst>
            <pc:docMk/>
            <pc:sldMk cId="511957640" sldId="260"/>
            <ac:spMk id="6" creationId="{7D2745B4-6DDE-4BA4-A42D-E1DF162F67B6}"/>
          </ac:spMkLst>
        </pc:spChg>
        <pc:spChg chg="add mod">
          <ac:chgData name="黒沢　爽次" userId="fae486ef-0c84-45a4-a237-2d2b758b0e89" providerId="ADAL" clId="{64A8C56E-7B60-49D6-AD88-22DC8C2BC8B6}" dt="2026-06-02T06:22:20.352" v="652" actId="1076"/>
          <ac:spMkLst>
            <pc:docMk/>
            <pc:sldMk cId="511957640" sldId="260"/>
            <ac:spMk id="7" creationId="{6EE5427A-C1E8-4768-9AAE-E3FE0228CD53}"/>
          </ac:spMkLst>
        </pc:spChg>
        <pc:spChg chg="add mod">
          <ac:chgData name="黒沢　爽次" userId="fae486ef-0c84-45a4-a237-2d2b758b0e89" providerId="ADAL" clId="{64A8C56E-7B60-49D6-AD88-22DC8C2BC8B6}" dt="2026-06-02T06:22:20.352" v="652" actId="1076"/>
          <ac:spMkLst>
            <pc:docMk/>
            <pc:sldMk cId="511957640" sldId="260"/>
            <ac:spMk id="8" creationId="{9F6971CA-6E2E-4107-8F33-3DE3BC936BE9}"/>
          </ac:spMkLst>
        </pc:spChg>
        <pc:spChg chg="add mod">
          <ac:chgData name="黒沢　爽次" userId="fae486ef-0c84-45a4-a237-2d2b758b0e89" providerId="ADAL" clId="{64A8C56E-7B60-49D6-AD88-22DC8C2BC8B6}" dt="2026-06-02T06:22:20.352" v="652" actId="1076"/>
          <ac:spMkLst>
            <pc:docMk/>
            <pc:sldMk cId="511957640" sldId="260"/>
            <ac:spMk id="9" creationId="{8A22918C-A955-4DD6-9ADF-8BED5624CC85}"/>
          </ac:spMkLst>
        </pc:spChg>
        <pc:spChg chg="add del mod">
          <ac:chgData name="黒沢　爽次" userId="fae486ef-0c84-45a4-a237-2d2b758b0e89" providerId="ADAL" clId="{64A8C56E-7B60-49D6-AD88-22DC8C2BC8B6}" dt="2026-06-02T06:22:29.357" v="656"/>
          <ac:spMkLst>
            <pc:docMk/>
            <pc:sldMk cId="511957640" sldId="260"/>
            <ac:spMk id="10" creationId="{6C0A0816-71EE-43C0-B459-60747F8660FC}"/>
          </ac:spMkLst>
        </pc:spChg>
        <pc:spChg chg="add del mod">
          <ac:chgData name="黒沢　爽次" userId="fae486ef-0c84-45a4-a237-2d2b758b0e89" providerId="ADAL" clId="{64A8C56E-7B60-49D6-AD88-22DC8C2BC8B6}" dt="2026-06-02T06:22:28.679" v="655"/>
          <ac:spMkLst>
            <pc:docMk/>
            <pc:sldMk cId="511957640" sldId="260"/>
            <ac:spMk id="11" creationId="{0F91D9A2-2670-466A-969D-734294AEFAE5}"/>
          </ac:spMkLst>
        </pc:spChg>
        <pc:graphicFrameChg chg="add mod modGraphic">
          <ac:chgData name="黒沢　爽次" userId="fae486ef-0c84-45a4-a237-2d2b758b0e89" providerId="ADAL" clId="{64A8C56E-7B60-49D6-AD88-22DC8C2BC8B6}" dt="2026-06-03T03:32:37.353" v="1979" actId="20577"/>
          <ac:graphicFrameMkLst>
            <pc:docMk/>
            <pc:sldMk cId="511957640" sldId="260"/>
            <ac:graphicFrameMk id="12" creationId="{8759893F-BB97-434E-8E23-E9ED9326A02F}"/>
          </ac:graphicFrameMkLst>
        </pc:graphicFrameChg>
      </pc:sldChg>
      <pc:sldChg chg="addSp modSp add mod">
        <pc:chgData name="黒沢　爽次" userId="fae486ef-0c84-45a4-a237-2d2b758b0e89" providerId="ADAL" clId="{64A8C56E-7B60-49D6-AD88-22DC8C2BC8B6}" dt="2026-06-03T03:32:55.016" v="1994" actId="20577"/>
        <pc:sldMkLst>
          <pc:docMk/>
          <pc:sldMk cId="1340285474" sldId="261"/>
        </pc:sldMkLst>
        <pc:spChg chg="add mod">
          <ac:chgData name="黒沢　爽次" userId="fae486ef-0c84-45a4-a237-2d2b758b0e89" providerId="ADAL" clId="{64A8C56E-7B60-49D6-AD88-22DC8C2BC8B6}" dt="2026-06-03T02:34:58.882" v="715" actId="1076"/>
          <ac:spMkLst>
            <pc:docMk/>
            <pc:sldMk cId="1340285474" sldId="261"/>
            <ac:spMk id="2" creationId="{D7E632DE-8631-4B6C-A32B-66D251827335}"/>
          </ac:spMkLst>
        </pc:spChg>
        <pc:spChg chg="add mod">
          <ac:chgData name="黒沢　爽次" userId="fae486ef-0c84-45a4-a237-2d2b758b0e89" providerId="ADAL" clId="{64A8C56E-7B60-49D6-AD88-22DC8C2BC8B6}" dt="2026-06-03T02:34:58.882" v="715" actId="1076"/>
          <ac:spMkLst>
            <pc:docMk/>
            <pc:sldMk cId="1340285474" sldId="261"/>
            <ac:spMk id="3" creationId="{3E0CE02B-917A-4B4D-B6AB-EAF738A773E0}"/>
          </ac:spMkLst>
        </pc:spChg>
        <pc:spChg chg="mod">
          <ac:chgData name="黒沢　爽次" userId="fae486ef-0c84-45a4-a237-2d2b758b0e89" providerId="ADAL" clId="{64A8C56E-7B60-49D6-AD88-22DC8C2BC8B6}" dt="2026-06-02T03:34:59.130" v="278" actId="20577"/>
          <ac:spMkLst>
            <pc:docMk/>
            <pc:sldMk cId="1340285474" sldId="261"/>
            <ac:spMk id="4" creationId="{ADF0773D-CED1-41D0-9E05-A7590002AD98}"/>
          </ac:spMkLst>
        </pc:spChg>
        <pc:spChg chg="add mod">
          <ac:chgData name="黒沢　爽次" userId="fae486ef-0c84-45a4-a237-2d2b758b0e89" providerId="ADAL" clId="{64A8C56E-7B60-49D6-AD88-22DC8C2BC8B6}" dt="2026-06-03T02:34:58.882" v="715" actId="1076"/>
          <ac:spMkLst>
            <pc:docMk/>
            <pc:sldMk cId="1340285474" sldId="261"/>
            <ac:spMk id="5" creationId="{20B50608-76CA-4DF3-A0E1-A79646109473}"/>
          </ac:spMkLst>
        </pc:spChg>
        <pc:spChg chg="add mod">
          <ac:chgData name="黒沢　爽次" userId="fae486ef-0c84-45a4-a237-2d2b758b0e89" providerId="ADAL" clId="{64A8C56E-7B60-49D6-AD88-22DC8C2BC8B6}" dt="2026-06-03T02:34:58.882" v="715" actId="1076"/>
          <ac:spMkLst>
            <pc:docMk/>
            <pc:sldMk cId="1340285474" sldId="261"/>
            <ac:spMk id="6" creationId="{08243258-AEE0-40A9-A76A-A5C94D342EEF}"/>
          </ac:spMkLst>
        </pc:spChg>
        <pc:spChg chg="add mod">
          <ac:chgData name="黒沢　爽次" userId="fae486ef-0c84-45a4-a237-2d2b758b0e89" providerId="ADAL" clId="{64A8C56E-7B60-49D6-AD88-22DC8C2BC8B6}" dt="2026-06-03T02:34:58.882" v="715" actId="1076"/>
          <ac:spMkLst>
            <pc:docMk/>
            <pc:sldMk cId="1340285474" sldId="261"/>
            <ac:spMk id="7" creationId="{B1A5293E-F400-46E4-A060-D43003BAB0CE}"/>
          </ac:spMkLst>
        </pc:spChg>
        <pc:spChg chg="add mod">
          <ac:chgData name="黒沢　爽次" userId="fae486ef-0c84-45a4-a237-2d2b758b0e89" providerId="ADAL" clId="{64A8C56E-7B60-49D6-AD88-22DC8C2BC8B6}" dt="2026-06-03T02:34:58.882" v="715" actId="1076"/>
          <ac:spMkLst>
            <pc:docMk/>
            <pc:sldMk cId="1340285474" sldId="261"/>
            <ac:spMk id="8" creationId="{1ED15216-17B0-40AB-A538-5F5CB9512FF9}"/>
          </ac:spMkLst>
        </pc:spChg>
        <pc:graphicFrameChg chg="add mod modGraphic">
          <ac:chgData name="黒沢　爽次" userId="fae486ef-0c84-45a4-a237-2d2b758b0e89" providerId="ADAL" clId="{64A8C56E-7B60-49D6-AD88-22DC8C2BC8B6}" dt="2026-06-03T03:32:55.016" v="1994" actId="20577"/>
          <ac:graphicFrameMkLst>
            <pc:docMk/>
            <pc:sldMk cId="1340285474" sldId="261"/>
            <ac:graphicFrameMk id="9" creationId="{C4855E33-E142-468C-820D-DAB62FE89AA4}"/>
          </ac:graphicFrameMkLst>
        </pc:graphicFrameChg>
      </pc:sldChg>
      <pc:sldChg chg="addSp modSp add mod ord">
        <pc:chgData name="黒沢　爽次" userId="fae486ef-0c84-45a4-a237-2d2b758b0e89" providerId="ADAL" clId="{64A8C56E-7B60-49D6-AD88-22DC8C2BC8B6}" dt="2026-06-03T03:14:20.548" v="1544" actId="14734"/>
        <pc:sldMkLst>
          <pc:docMk/>
          <pc:sldMk cId="1641547357" sldId="262"/>
        </pc:sldMkLst>
        <pc:spChg chg="add mod">
          <ac:chgData name="黒沢　爽次" userId="fae486ef-0c84-45a4-a237-2d2b758b0e89" providerId="ADAL" clId="{64A8C56E-7B60-49D6-AD88-22DC8C2BC8B6}" dt="2026-06-03T03:12:57.712" v="1495" actId="1076"/>
          <ac:spMkLst>
            <pc:docMk/>
            <pc:sldMk cId="1641547357" sldId="262"/>
            <ac:spMk id="2" creationId="{6730160E-658D-4A93-85DC-7AA52A78F25E}"/>
          </ac:spMkLst>
        </pc:spChg>
        <pc:spChg chg="add mod">
          <ac:chgData name="黒沢　爽次" userId="fae486ef-0c84-45a4-a237-2d2b758b0e89" providerId="ADAL" clId="{64A8C56E-7B60-49D6-AD88-22DC8C2BC8B6}" dt="2026-06-03T03:12:57.712" v="1495" actId="1076"/>
          <ac:spMkLst>
            <pc:docMk/>
            <pc:sldMk cId="1641547357" sldId="262"/>
            <ac:spMk id="3" creationId="{C2A65D1B-28CA-4FB5-A2D6-B5671F0AA6AC}"/>
          </ac:spMkLst>
        </pc:spChg>
        <pc:spChg chg="mod">
          <ac:chgData name="黒沢　爽次" userId="fae486ef-0c84-45a4-a237-2d2b758b0e89" providerId="ADAL" clId="{64A8C56E-7B60-49D6-AD88-22DC8C2BC8B6}" dt="2026-06-02T03:35:08.570" v="287" actId="20577"/>
          <ac:spMkLst>
            <pc:docMk/>
            <pc:sldMk cId="1641547357" sldId="262"/>
            <ac:spMk id="4" creationId="{ADF0773D-CED1-41D0-9E05-A7590002AD98}"/>
          </ac:spMkLst>
        </pc:spChg>
        <pc:spChg chg="add mod">
          <ac:chgData name="黒沢　爽次" userId="fae486ef-0c84-45a4-a237-2d2b758b0e89" providerId="ADAL" clId="{64A8C56E-7B60-49D6-AD88-22DC8C2BC8B6}" dt="2026-06-03T03:12:57.712" v="1495" actId="1076"/>
          <ac:spMkLst>
            <pc:docMk/>
            <pc:sldMk cId="1641547357" sldId="262"/>
            <ac:spMk id="5" creationId="{2950A349-C558-48D4-840C-88AED0D9E1F6}"/>
          </ac:spMkLst>
        </pc:spChg>
        <pc:spChg chg="add mod">
          <ac:chgData name="黒沢　爽次" userId="fae486ef-0c84-45a4-a237-2d2b758b0e89" providerId="ADAL" clId="{64A8C56E-7B60-49D6-AD88-22DC8C2BC8B6}" dt="2026-06-03T03:12:57.712" v="1495" actId="1076"/>
          <ac:spMkLst>
            <pc:docMk/>
            <pc:sldMk cId="1641547357" sldId="262"/>
            <ac:spMk id="6" creationId="{8290C2A6-59F1-4FFF-B540-36C6DFEC6FFF}"/>
          </ac:spMkLst>
        </pc:spChg>
        <pc:spChg chg="add mod">
          <ac:chgData name="黒沢　爽次" userId="fae486ef-0c84-45a4-a237-2d2b758b0e89" providerId="ADAL" clId="{64A8C56E-7B60-49D6-AD88-22DC8C2BC8B6}" dt="2026-06-03T03:12:57.712" v="1495" actId="1076"/>
          <ac:spMkLst>
            <pc:docMk/>
            <pc:sldMk cId="1641547357" sldId="262"/>
            <ac:spMk id="7" creationId="{26DA2924-4F1B-4CB7-B93E-A5CFCF6158FC}"/>
          </ac:spMkLst>
        </pc:spChg>
        <pc:spChg chg="add mod">
          <ac:chgData name="黒沢　爽次" userId="fae486ef-0c84-45a4-a237-2d2b758b0e89" providerId="ADAL" clId="{64A8C56E-7B60-49D6-AD88-22DC8C2BC8B6}" dt="2026-06-03T03:12:57.712" v="1495" actId="1076"/>
          <ac:spMkLst>
            <pc:docMk/>
            <pc:sldMk cId="1641547357" sldId="262"/>
            <ac:spMk id="8" creationId="{95BCF998-3724-4243-B220-C9B27E8FF22C}"/>
          </ac:spMkLst>
        </pc:spChg>
        <pc:graphicFrameChg chg="add mod modGraphic">
          <ac:chgData name="黒沢　爽次" userId="fae486ef-0c84-45a4-a237-2d2b758b0e89" providerId="ADAL" clId="{64A8C56E-7B60-49D6-AD88-22DC8C2BC8B6}" dt="2026-06-03T03:14:20.548" v="1544" actId="14734"/>
          <ac:graphicFrameMkLst>
            <pc:docMk/>
            <pc:sldMk cId="1641547357" sldId="262"/>
            <ac:graphicFrameMk id="9" creationId="{CA2AB359-50BE-4FCF-A7DD-5733238FD752}"/>
          </ac:graphicFrameMkLst>
        </pc:graphicFrameChg>
      </pc:sldChg>
      <pc:sldChg chg="addSp delSp modSp add mod">
        <pc:chgData name="黒沢　爽次" userId="fae486ef-0c84-45a4-a237-2d2b758b0e89" providerId="ADAL" clId="{64A8C56E-7B60-49D6-AD88-22DC8C2BC8B6}" dt="2026-06-03T02:45:47.572" v="960" actId="207"/>
        <pc:sldMkLst>
          <pc:docMk/>
          <pc:sldMk cId="711305694" sldId="263"/>
        </pc:sldMkLst>
        <pc:spChg chg="add mod">
          <ac:chgData name="黒沢　爽次" userId="fae486ef-0c84-45a4-a237-2d2b758b0e89" providerId="ADAL" clId="{64A8C56E-7B60-49D6-AD88-22DC8C2BC8B6}" dt="2026-06-03T02:38:47.080" v="755" actId="1076"/>
          <ac:spMkLst>
            <pc:docMk/>
            <pc:sldMk cId="711305694" sldId="263"/>
            <ac:spMk id="2" creationId="{E42DD9BD-AF10-4DE3-8329-C2EF4E0E1DF7}"/>
          </ac:spMkLst>
        </pc:spChg>
        <pc:spChg chg="add mod">
          <ac:chgData name="黒沢　爽次" userId="fae486ef-0c84-45a4-a237-2d2b758b0e89" providerId="ADAL" clId="{64A8C56E-7B60-49D6-AD88-22DC8C2BC8B6}" dt="2026-06-03T02:38:24.508" v="749" actId="1076"/>
          <ac:spMkLst>
            <pc:docMk/>
            <pc:sldMk cId="711305694" sldId="263"/>
            <ac:spMk id="3" creationId="{E4E9D068-0725-4099-9A99-6272F63D60E6}"/>
          </ac:spMkLst>
        </pc:spChg>
        <pc:spChg chg="mod">
          <ac:chgData name="黒沢　爽次" userId="fae486ef-0c84-45a4-a237-2d2b758b0e89" providerId="ADAL" clId="{64A8C56E-7B60-49D6-AD88-22DC8C2BC8B6}" dt="2026-06-02T03:35:18.385" v="297" actId="20577"/>
          <ac:spMkLst>
            <pc:docMk/>
            <pc:sldMk cId="711305694" sldId="263"/>
            <ac:spMk id="4" creationId="{ADF0773D-CED1-41D0-9E05-A7590002AD98}"/>
          </ac:spMkLst>
        </pc:spChg>
        <pc:spChg chg="add mod">
          <ac:chgData name="黒沢　爽次" userId="fae486ef-0c84-45a4-a237-2d2b758b0e89" providerId="ADAL" clId="{64A8C56E-7B60-49D6-AD88-22DC8C2BC8B6}" dt="2026-06-03T02:39:52.836" v="790" actId="207"/>
          <ac:spMkLst>
            <pc:docMk/>
            <pc:sldMk cId="711305694" sldId="263"/>
            <ac:spMk id="5" creationId="{42ABE53C-15A1-4BFF-ABD1-F4C3FB7015CE}"/>
          </ac:spMkLst>
        </pc:spChg>
        <pc:spChg chg="add del">
          <ac:chgData name="黒沢　爽次" userId="fae486ef-0c84-45a4-a237-2d2b758b0e89" providerId="ADAL" clId="{64A8C56E-7B60-49D6-AD88-22DC8C2BC8B6}" dt="2026-06-03T02:40:20.878" v="792" actId="478"/>
          <ac:spMkLst>
            <pc:docMk/>
            <pc:sldMk cId="711305694" sldId="263"/>
            <ac:spMk id="6" creationId="{C5500686-C87B-438E-911E-4487A09A85FE}"/>
          </ac:spMkLst>
        </pc:spChg>
        <pc:spChg chg="add del mod">
          <ac:chgData name="黒沢　爽次" userId="fae486ef-0c84-45a4-a237-2d2b758b0e89" providerId="ADAL" clId="{64A8C56E-7B60-49D6-AD88-22DC8C2BC8B6}" dt="2026-06-03T02:40:52.197" v="809" actId="478"/>
          <ac:spMkLst>
            <pc:docMk/>
            <pc:sldMk cId="711305694" sldId="263"/>
            <ac:spMk id="7" creationId="{8292E0F9-4F3C-49A5-9702-59DAC3CFB486}"/>
          </ac:spMkLst>
        </pc:spChg>
        <pc:spChg chg="add mod">
          <ac:chgData name="黒沢　爽次" userId="fae486ef-0c84-45a4-a237-2d2b758b0e89" providerId="ADAL" clId="{64A8C56E-7B60-49D6-AD88-22DC8C2BC8B6}" dt="2026-06-03T02:42:57.543" v="849" actId="1076"/>
          <ac:spMkLst>
            <pc:docMk/>
            <pc:sldMk cId="711305694" sldId="263"/>
            <ac:spMk id="8" creationId="{810C8D78-43C9-4C58-9B73-88021109016A}"/>
          </ac:spMkLst>
        </pc:spChg>
        <pc:spChg chg="add del mod">
          <ac:chgData name="黒沢　爽次" userId="fae486ef-0c84-45a4-a237-2d2b758b0e89" providerId="ADAL" clId="{64A8C56E-7B60-49D6-AD88-22DC8C2BC8B6}" dt="2026-06-03T02:42:53.042" v="848" actId="478"/>
          <ac:spMkLst>
            <pc:docMk/>
            <pc:sldMk cId="711305694" sldId="263"/>
            <ac:spMk id="9" creationId="{32A93FB1-B5A0-4F56-BF37-82034138B3B4}"/>
          </ac:spMkLst>
        </pc:spChg>
        <pc:spChg chg="add mod">
          <ac:chgData name="黒沢　爽次" userId="fae486ef-0c84-45a4-a237-2d2b758b0e89" providerId="ADAL" clId="{64A8C56E-7B60-49D6-AD88-22DC8C2BC8B6}" dt="2026-06-03T02:41:30.599" v="847" actId="20577"/>
          <ac:spMkLst>
            <pc:docMk/>
            <pc:sldMk cId="711305694" sldId="263"/>
            <ac:spMk id="10" creationId="{8E486D08-8F5D-4E14-B9CD-6F311CB30064}"/>
          </ac:spMkLst>
        </pc:spChg>
        <pc:spChg chg="add mod">
          <ac:chgData name="黒沢　爽次" userId="fae486ef-0c84-45a4-a237-2d2b758b0e89" providerId="ADAL" clId="{64A8C56E-7B60-49D6-AD88-22DC8C2BC8B6}" dt="2026-06-03T02:43:32.007" v="878" actId="20577"/>
          <ac:spMkLst>
            <pc:docMk/>
            <pc:sldMk cId="711305694" sldId="263"/>
            <ac:spMk id="11" creationId="{2DB583ED-ADC2-4BE3-83E1-6BDF8F424C90}"/>
          </ac:spMkLst>
        </pc:spChg>
        <pc:spChg chg="add mod">
          <ac:chgData name="黒沢　爽次" userId="fae486ef-0c84-45a4-a237-2d2b758b0e89" providerId="ADAL" clId="{64A8C56E-7B60-49D6-AD88-22DC8C2BC8B6}" dt="2026-06-03T02:44:13.887" v="895" actId="20577"/>
          <ac:spMkLst>
            <pc:docMk/>
            <pc:sldMk cId="711305694" sldId="263"/>
            <ac:spMk id="12" creationId="{50A1592F-F873-43E1-8593-469D5644FB1B}"/>
          </ac:spMkLst>
        </pc:spChg>
        <pc:spChg chg="add mod">
          <ac:chgData name="黒沢　爽次" userId="fae486ef-0c84-45a4-a237-2d2b758b0e89" providerId="ADAL" clId="{64A8C56E-7B60-49D6-AD88-22DC8C2BC8B6}" dt="2026-06-03T02:44:18.461" v="903" actId="20577"/>
          <ac:spMkLst>
            <pc:docMk/>
            <pc:sldMk cId="711305694" sldId="263"/>
            <ac:spMk id="13" creationId="{5FCFE8A9-0D8E-4BFD-A845-DAC9EB4667B2}"/>
          </ac:spMkLst>
        </pc:spChg>
        <pc:spChg chg="add mod">
          <ac:chgData name="黒沢　爽次" userId="fae486ef-0c84-45a4-a237-2d2b758b0e89" providerId="ADAL" clId="{64A8C56E-7B60-49D6-AD88-22DC8C2BC8B6}" dt="2026-06-03T02:44:23.915" v="916" actId="20577"/>
          <ac:spMkLst>
            <pc:docMk/>
            <pc:sldMk cId="711305694" sldId="263"/>
            <ac:spMk id="14" creationId="{29ADE9CF-89D4-4F4B-998C-B00A83709CC0}"/>
          </ac:spMkLst>
        </pc:spChg>
        <pc:spChg chg="add del mod">
          <ac:chgData name="黒沢　爽次" userId="fae486ef-0c84-45a4-a237-2d2b758b0e89" providerId="ADAL" clId="{64A8C56E-7B60-49D6-AD88-22DC8C2BC8B6}" dt="2026-06-03T02:45:47.572" v="960" actId="207"/>
          <ac:spMkLst>
            <pc:docMk/>
            <pc:sldMk cId="711305694" sldId="263"/>
            <ac:spMk id="15" creationId="{891EA54F-847D-4EF5-B8B6-5C33979ED612}"/>
          </ac:spMkLst>
        </pc:spChg>
      </pc:sldChg>
      <pc:sldChg chg="addSp delSp modSp add mod">
        <pc:chgData name="黒沢　爽次" userId="fae486ef-0c84-45a4-a237-2d2b758b0e89" providerId="ADAL" clId="{64A8C56E-7B60-49D6-AD88-22DC8C2BC8B6}" dt="2026-06-03T02:55:45.843" v="1156" actId="20577"/>
        <pc:sldMkLst>
          <pc:docMk/>
          <pc:sldMk cId="3138519904" sldId="264"/>
        </pc:sldMkLst>
        <pc:spChg chg="add mod">
          <ac:chgData name="黒沢　爽次" userId="fae486ef-0c84-45a4-a237-2d2b758b0e89" providerId="ADAL" clId="{64A8C56E-7B60-49D6-AD88-22DC8C2BC8B6}" dt="2026-06-03T02:53:19.859" v="1100" actId="1076"/>
          <ac:spMkLst>
            <pc:docMk/>
            <pc:sldMk cId="3138519904" sldId="264"/>
            <ac:spMk id="2" creationId="{3F84922A-ABA2-41DD-BCA7-8FFE5E989929}"/>
          </ac:spMkLst>
        </pc:spChg>
        <pc:spChg chg="add mod">
          <ac:chgData name="黒沢　爽次" userId="fae486ef-0c84-45a4-a237-2d2b758b0e89" providerId="ADAL" clId="{64A8C56E-7B60-49D6-AD88-22DC8C2BC8B6}" dt="2026-06-03T02:53:19.859" v="1100" actId="1076"/>
          <ac:spMkLst>
            <pc:docMk/>
            <pc:sldMk cId="3138519904" sldId="264"/>
            <ac:spMk id="3" creationId="{814FCDF9-6338-4AAA-9D26-48429F8AA0DC}"/>
          </ac:spMkLst>
        </pc:spChg>
        <pc:spChg chg="mod">
          <ac:chgData name="黒沢　爽次" userId="fae486ef-0c84-45a4-a237-2d2b758b0e89" providerId="ADAL" clId="{64A8C56E-7B60-49D6-AD88-22DC8C2BC8B6}" dt="2026-06-03T02:55:45.843" v="1156" actId="20577"/>
          <ac:spMkLst>
            <pc:docMk/>
            <pc:sldMk cId="3138519904" sldId="264"/>
            <ac:spMk id="4" creationId="{ADF0773D-CED1-41D0-9E05-A7590002AD98}"/>
          </ac:spMkLst>
        </pc:spChg>
        <pc:spChg chg="add mod">
          <ac:chgData name="黒沢　爽次" userId="fae486ef-0c84-45a4-a237-2d2b758b0e89" providerId="ADAL" clId="{64A8C56E-7B60-49D6-AD88-22DC8C2BC8B6}" dt="2026-06-03T02:53:19.859" v="1100" actId="1076"/>
          <ac:spMkLst>
            <pc:docMk/>
            <pc:sldMk cId="3138519904" sldId="264"/>
            <ac:spMk id="5" creationId="{2A5BA138-6D58-4BEA-8D17-52F17B2283B1}"/>
          </ac:spMkLst>
        </pc:spChg>
        <pc:spChg chg="add mod">
          <ac:chgData name="黒沢　爽次" userId="fae486ef-0c84-45a4-a237-2d2b758b0e89" providerId="ADAL" clId="{64A8C56E-7B60-49D6-AD88-22DC8C2BC8B6}" dt="2026-06-03T02:53:19.859" v="1100" actId="1076"/>
          <ac:spMkLst>
            <pc:docMk/>
            <pc:sldMk cId="3138519904" sldId="264"/>
            <ac:spMk id="6" creationId="{0A2ACAFF-A731-4835-ACBA-1428F5CAD713}"/>
          </ac:spMkLst>
        </pc:spChg>
        <pc:spChg chg="add mod">
          <ac:chgData name="黒沢　爽次" userId="fae486ef-0c84-45a4-a237-2d2b758b0e89" providerId="ADAL" clId="{64A8C56E-7B60-49D6-AD88-22DC8C2BC8B6}" dt="2026-06-03T02:53:19.859" v="1100" actId="1076"/>
          <ac:spMkLst>
            <pc:docMk/>
            <pc:sldMk cId="3138519904" sldId="264"/>
            <ac:spMk id="7" creationId="{3D940FAB-1ECE-466A-A1BD-E3AA986ADEC1}"/>
          </ac:spMkLst>
        </pc:spChg>
        <pc:spChg chg="add del">
          <ac:chgData name="黒沢　爽次" userId="fae486ef-0c84-45a4-a237-2d2b758b0e89" providerId="ADAL" clId="{64A8C56E-7B60-49D6-AD88-22DC8C2BC8B6}" dt="2026-06-03T02:52:40.983" v="1066" actId="478"/>
          <ac:spMkLst>
            <pc:docMk/>
            <pc:sldMk cId="3138519904" sldId="264"/>
            <ac:spMk id="8" creationId="{B955E8A8-0239-489C-B384-F068E26295A5}"/>
          </ac:spMkLst>
        </pc:spChg>
        <pc:spChg chg="add mod">
          <ac:chgData name="黒沢　爽次" userId="fae486ef-0c84-45a4-a237-2d2b758b0e89" providerId="ADAL" clId="{64A8C56E-7B60-49D6-AD88-22DC8C2BC8B6}" dt="2026-06-03T02:53:19.859" v="1100" actId="1076"/>
          <ac:spMkLst>
            <pc:docMk/>
            <pc:sldMk cId="3138519904" sldId="264"/>
            <ac:spMk id="9" creationId="{F71D4714-D081-46D6-9294-CFBA55F68E56}"/>
          </ac:spMkLst>
        </pc:spChg>
        <pc:spChg chg="add mod">
          <ac:chgData name="黒沢　爽次" userId="fae486ef-0c84-45a4-a237-2d2b758b0e89" providerId="ADAL" clId="{64A8C56E-7B60-49D6-AD88-22DC8C2BC8B6}" dt="2026-06-03T02:53:19.859" v="1100" actId="1076"/>
          <ac:spMkLst>
            <pc:docMk/>
            <pc:sldMk cId="3138519904" sldId="264"/>
            <ac:spMk id="10" creationId="{5C5D16E5-AD9B-4259-932A-722AC6314F2B}"/>
          </ac:spMkLst>
        </pc:spChg>
        <pc:graphicFrameChg chg="add mod modGraphic">
          <ac:chgData name="黒沢　爽次" userId="fae486ef-0c84-45a4-a237-2d2b758b0e89" providerId="ADAL" clId="{64A8C56E-7B60-49D6-AD88-22DC8C2BC8B6}" dt="2026-06-03T02:54:12.731" v="1154" actId="20577"/>
          <ac:graphicFrameMkLst>
            <pc:docMk/>
            <pc:sldMk cId="3138519904" sldId="264"/>
            <ac:graphicFrameMk id="11" creationId="{6D05942C-DD23-4B43-9E5F-2001257A95D0}"/>
          </ac:graphicFrameMkLst>
        </pc:graphicFrameChg>
      </pc:sldChg>
      <pc:sldChg chg="addSp delSp modSp add mod ord">
        <pc:chgData name="黒沢　爽次" userId="fae486ef-0c84-45a4-a237-2d2b758b0e89" providerId="ADAL" clId="{64A8C56E-7B60-49D6-AD88-22DC8C2BC8B6}" dt="2026-06-03T02:57:40.312" v="1242" actId="14100"/>
        <pc:sldMkLst>
          <pc:docMk/>
          <pc:sldMk cId="1013756563" sldId="265"/>
        </pc:sldMkLst>
        <pc:spChg chg="del">
          <ac:chgData name="黒沢　爽次" userId="fae486ef-0c84-45a4-a237-2d2b758b0e89" providerId="ADAL" clId="{64A8C56E-7B60-49D6-AD88-22DC8C2BC8B6}" dt="2026-06-03T02:56:10.363" v="1179" actId="478"/>
          <ac:spMkLst>
            <pc:docMk/>
            <pc:sldMk cId="1013756563" sldId="265"/>
            <ac:spMk id="2" creationId="{3F84922A-ABA2-41DD-BCA7-8FFE5E989929}"/>
          </ac:spMkLst>
        </pc:spChg>
        <pc:spChg chg="mod">
          <ac:chgData name="黒沢　爽次" userId="fae486ef-0c84-45a4-a237-2d2b758b0e89" providerId="ADAL" clId="{64A8C56E-7B60-49D6-AD88-22DC8C2BC8B6}" dt="2026-06-03T02:55:53.944" v="1162" actId="20577"/>
          <ac:spMkLst>
            <pc:docMk/>
            <pc:sldMk cId="1013756563" sldId="265"/>
            <ac:spMk id="4" creationId="{ADF0773D-CED1-41D0-9E05-A7590002AD98}"/>
          </ac:spMkLst>
        </pc:spChg>
        <pc:spChg chg="del">
          <ac:chgData name="黒沢　爽次" userId="fae486ef-0c84-45a4-a237-2d2b758b0e89" providerId="ADAL" clId="{64A8C56E-7B60-49D6-AD88-22DC8C2BC8B6}" dt="2026-06-03T02:56:10.363" v="1179" actId="478"/>
          <ac:spMkLst>
            <pc:docMk/>
            <pc:sldMk cId="1013756563" sldId="265"/>
            <ac:spMk id="5" creationId="{2A5BA138-6D58-4BEA-8D17-52F17B2283B1}"/>
          </ac:spMkLst>
        </pc:spChg>
        <pc:spChg chg="del">
          <ac:chgData name="黒沢　爽次" userId="fae486ef-0c84-45a4-a237-2d2b758b0e89" providerId="ADAL" clId="{64A8C56E-7B60-49D6-AD88-22DC8C2BC8B6}" dt="2026-06-03T02:56:10.363" v="1179" actId="478"/>
          <ac:spMkLst>
            <pc:docMk/>
            <pc:sldMk cId="1013756563" sldId="265"/>
            <ac:spMk id="6" creationId="{0A2ACAFF-A731-4835-ACBA-1428F5CAD713}"/>
          </ac:spMkLst>
        </pc:spChg>
        <pc:spChg chg="del">
          <ac:chgData name="黒沢　爽次" userId="fae486ef-0c84-45a4-a237-2d2b758b0e89" providerId="ADAL" clId="{64A8C56E-7B60-49D6-AD88-22DC8C2BC8B6}" dt="2026-06-03T02:56:10.363" v="1179" actId="478"/>
          <ac:spMkLst>
            <pc:docMk/>
            <pc:sldMk cId="1013756563" sldId="265"/>
            <ac:spMk id="7" creationId="{3D940FAB-1ECE-466A-A1BD-E3AA986ADEC1}"/>
          </ac:spMkLst>
        </pc:spChg>
        <pc:spChg chg="add mod">
          <ac:chgData name="黒沢　爽次" userId="fae486ef-0c84-45a4-a237-2d2b758b0e89" providerId="ADAL" clId="{64A8C56E-7B60-49D6-AD88-22DC8C2BC8B6}" dt="2026-06-03T02:57:27.628" v="1233" actId="1076"/>
          <ac:spMkLst>
            <pc:docMk/>
            <pc:sldMk cId="1013756563" sldId="265"/>
            <ac:spMk id="8" creationId="{0107A5AB-8477-43B0-80DD-4993034968A5}"/>
          </ac:spMkLst>
        </pc:spChg>
        <pc:spChg chg="del">
          <ac:chgData name="黒沢　爽次" userId="fae486ef-0c84-45a4-a237-2d2b758b0e89" providerId="ADAL" clId="{64A8C56E-7B60-49D6-AD88-22DC8C2BC8B6}" dt="2026-06-03T02:56:10.363" v="1179" actId="478"/>
          <ac:spMkLst>
            <pc:docMk/>
            <pc:sldMk cId="1013756563" sldId="265"/>
            <ac:spMk id="9" creationId="{F71D4714-D081-46D6-9294-CFBA55F68E56}"/>
          </ac:spMkLst>
        </pc:spChg>
        <pc:spChg chg="del">
          <ac:chgData name="黒沢　爽次" userId="fae486ef-0c84-45a4-a237-2d2b758b0e89" providerId="ADAL" clId="{64A8C56E-7B60-49D6-AD88-22DC8C2BC8B6}" dt="2026-06-03T02:56:10.363" v="1179" actId="478"/>
          <ac:spMkLst>
            <pc:docMk/>
            <pc:sldMk cId="1013756563" sldId="265"/>
            <ac:spMk id="10" creationId="{5C5D16E5-AD9B-4259-932A-722AC6314F2B}"/>
          </ac:spMkLst>
        </pc:spChg>
        <pc:spChg chg="add mod">
          <ac:chgData name="黒沢　爽次" userId="fae486ef-0c84-45a4-a237-2d2b758b0e89" providerId="ADAL" clId="{64A8C56E-7B60-49D6-AD88-22DC8C2BC8B6}" dt="2026-06-03T02:57:27.628" v="1233" actId="1076"/>
          <ac:spMkLst>
            <pc:docMk/>
            <pc:sldMk cId="1013756563" sldId="265"/>
            <ac:spMk id="12" creationId="{10AD4ABF-829D-4E3F-BDC6-98B2070E7B03}"/>
          </ac:spMkLst>
        </pc:spChg>
        <pc:spChg chg="add del mod">
          <ac:chgData name="黒沢　爽次" userId="fae486ef-0c84-45a4-a237-2d2b758b0e89" providerId="ADAL" clId="{64A8C56E-7B60-49D6-AD88-22DC8C2BC8B6}" dt="2026-06-03T02:56:40.641" v="1200"/>
          <ac:spMkLst>
            <pc:docMk/>
            <pc:sldMk cId="1013756563" sldId="265"/>
            <ac:spMk id="13" creationId="{031447C9-C364-455B-A8F2-C823C4B33B97}"/>
          </ac:spMkLst>
        </pc:spChg>
        <pc:spChg chg="add del mod">
          <ac:chgData name="黒沢　爽次" userId="fae486ef-0c84-45a4-a237-2d2b758b0e89" providerId="ADAL" clId="{64A8C56E-7B60-49D6-AD88-22DC8C2BC8B6}" dt="2026-06-03T02:56:40.062" v="1199"/>
          <ac:spMkLst>
            <pc:docMk/>
            <pc:sldMk cId="1013756563" sldId="265"/>
            <ac:spMk id="14" creationId="{C43F1397-BCDD-4760-91C1-8E284F385BAF}"/>
          </ac:spMkLst>
        </pc:spChg>
        <pc:spChg chg="add del mod">
          <ac:chgData name="黒沢　爽次" userId="fae486ef-0c84-45a4-a237-2d2b758b0e89" providerId="ADAL" clId="{64A8C56E-7B60-49D6-AD88-22DC8C2BC8B6}" dt="2026-06-03T02:56:39.867" v="1198"/>
          <ac:spMkLst>
            <pc:docMk/>
            <pc:sldMk cId="1013756563" sldId="265"/>
            <ac:spMk id="15" creationId="{0895A925-A7C2-48F2-B2D5-9A4F15BAC78B}"/>
          </ac:spMkLst>
        </pc:spChg>
        <pc:spChg chg="add mod">
          <ac:chgData name="黒沢　爽次" userId="fae486ef-0c84-45a4-a237-2d2b758b0e89" providerId="ADAL" clId="{64A8C56E-7B60-49D6-AD88-22DC8C2BC8B6}" dt="2026-06-03T02:57:27.628" v="1233" actId="1076"/>
          <ac:spMkLst>
            <pc:docMk/>
            <pc:sldMk cId="1013756563" sldId="265"/>
            <ac:spMk id="16" creationId="{58DE33FF-DBF2-4303-992C-90BBD2F39FF9}"/>
          </ac:spMkLst>
        </pc:spChg>
        <pc:spChg chg="add mod">
          <ac:chgData name="黒沢　爽次" userId="fae486ef-0c84-45a4-a237-2d2b758b0e89" providerId="ADAL" clId="{64A8C56E-7B60-49D6-AD88-22DC8C2BC8B6}" dt="2026-06-03T02:57:27.628" v="1233" actId="1076"/>
          <ac:spMkLst>
            <pc:docMk/>
            <pc:sldMk cId="1013756563" sldId="265"/>
            <ac:spMk id="17" creationId="{FA3D167C-7CA0-445E-BDA5-2267EB0133AF}"/>
          </ac:spMkLst>
        </pc:spChg>
        <pc:spChg chg="add mod">
          <ac:chgData name="黒沢　爽次" userId="fae486ef-0c84-45a4-a237-2d2b758b0e89" providerId="ADAL" clId="{64A8C56E-7B60-49D6-AD88-22DC8C2BC8B6}" dt="2026-06-03T02:57:10.501" v="1228" actId="1076"/>
          <ac:spMkLst>
            <pc:docMk/>
            <pc:sldMk cId="1013756563" sldId="265"/>
            <ac:spMk id="18" creationId="{D723DF15-7750-4EAC-8BBE-83B8066588D9}"/>
          </ac:spMkLst>
        </pc:spChg>
        <pc:spChg chg="add mod">
          <ac:chgData name="黒沢　爽次" userId="fae486ef-0c84-45a4-a237-2d2b758b0e89" providerId="ADAL" clId="{64A8C56E-7B60-49D6-AD88-22DC8C2BC8B6}" dt="2026-06-03T02:57:14.227" v="1230" actId="1076"/>
          <ac:spMkLst>
            <pc:docMk/>
            <pc:sldMk cId="1013756563" sldId="265"/>
            <ac:spMk id="19" creationId="{0D0D8221-A293-4F9C-82F2-EE35B714F063}"/>
          </ac:spMkLst>
        </pc:spChg>
        <pc:spChg chg="add mod">
          <ac:chgData name="黒沢　爽次" userId="fae486ef-0c84-45a4-a237-2d2b758b0e89" providerId="ADAL" clId="{64A8C56E-7B60-49D6-AD88-22DC8C2BC8B6}" dt="2026-06-03T02:57:40.312" v="1242" actId="14100"/>
          <ac:spMkLst>
            <pc:docMk/>
            <pc:sldMk cId="1013756563" sldId="265"/>
            <ac:spMk id="20" creationId="{CE850D48-F6B8-4653-9C3C-2D6691008756}"/>
          </ac:spMkLst>
        </pc:spChg>
        <pc:graphicFrameChg chg="modGraphic">
          <ac:chgData name="黒沢　爽次" userId="fae486ef-0c84-45a4-a237-2d2b758b0e89" providerId="ADAL" clId="{64A8C56E-7B60-49D6-AD88-22DC8C2BC8B6}" dt="2026-06-03T02:56:04.460" v="1178" actId="20577"/>
          <ac:graphicFrameMkLst>
            <pc:docMk/>
            <pc:sldMk cId="1013756563" sldId="265"/>
            <ac:graphicFrameMk id="11" creationId="{6D05942C-DD23-4B43-9E5F-2001257A95D0}"/>
          </ac:graphicFrameMkLst>
        </pc:graphicFrameChg>
      </pc:sldChg>
      <pc:sldChg chg="addSp delSp modSp new mod">
        <pc:chgData name="黒沢　爽次" userId="fae486ef-0c84-45a4-a237-2d2b758b0e89" providerId="ADAL" clId="{64A8C56E-7B60-49D6-AD88-22DC8C2BC8B6}" dt="2026-06-03T03:02:41.923" v="1348" actId="20577"/>
        <pc:sldMkLst>
          <pc:docMk/>
          <pc:sldMk cId="4040117842" sldId="266"/>
        </pc:sldMkLst>
        <pc:spChg chg="del">
          <ac:chgData name="黒沢　爽次" userId="fae486ef-0c84-45a4-a237-2d2b758b0e89" providerId="ADAL" clId="{64A8C56E-7B60-49D6-AD88-22DC8C2BC8B6}" dt="2026-06-03T02:58:34.305" v="1244" actId="478"/>
          <ac:spMkLst>
            <pc:docMk/>
            <pc:sldMk cId="4040117842" sldId="266"/>
            <ac:spMk id="2" creationId="{90A771A5-7C14-4AE5-82CB-16D2B5B802F7}"/>
          </ac:spMkLst>
        </pc:spChg>
        <pc:spChg chg="del">
          <ac:chgData name="黒沢　爽次" userId="fae486ef-0c84-45a4-a237-2d2b758b0e89" providerId="ADAL" clId="{64A8C56E-7B60-49D6-AD88-22DC8C2BC8B6}" dt="2026-06-03T02:58:34.305" v="1244" actId="478"/>
          <ac:spMkLst>
            <pc:docMk/>
            <pc:sldMk cId="4040117842" sldId="266"/>
            <ac:spMk id="3" creationId="{C35A0B77-835C-4AD1-A2F8-8B027121FB49}"/>
          </ac:spMkLst>
        </pc:spChg>
        <pc:spChg chg="add mod">
          <ac:chgData name="黒沢　爽次" userId="fae486ef-0c84-45a4-a237-2d2b758b0e89" providerId="ADAL" clId="{64A8C56E-7B60-49D6-AD88-22DC8C2BC8B6}" dt="2026-06-03T02:58:39.223" v="1245"/>
          <ac:spMkLst>
            <pc:docMk/>
            <pc:sldMk cId="4040117842" sldId="266"/>
            <ac:spMk id="4" creationId="{5019D973-6B32-43EE-A9DB-3E3DEAEFB883}"/>
          </ac:spMkLst>
        </pc:spChg>
        <pc:spChg chg="add mod">
          <ac:chgData name="黒沢　爽次" userId="fae486ef-0c84-45a4-a237-2d2b758b0e89" providerId="ADAL" clId="{64A8C56E-7B60-49D6-AD88-22DC8C2BC8B6}" dt="2026-06-03T02:58:53.341" v="1258" actId="20577"/>
          <ac:spMkLst>
            <pc:docMk/>
            <pc:sldMk cId="4040117842" sldId="266"/>
            <ac:spMk id="5" creationId="{D6ABB4E3-3028-4CF3-A931-47531E32DD16}"/>
          </ac:spMkLst>
        </pc:spChg>
        <pc:spChg chg="add mod">
          <ac:chgData name="黒沢　爽次" userId="fae486ef-0c84-45a4-a237-2d2b758b0e89" providerId="ADAL" clId="{64A8C56E-7B60-49D6-AD88-22DC8C2BC8B6}" dt="2026-06-03T03:01:13.669" v="1307" actId="1076"/>
          <ac:spMkLst>
            <pc:docMk/>
            <pc:sldMk cId="4040117842" sldId="266"/>
            <ac:spMk id="6" creationId="{7F44CFD4-FF8B-471D-8D82-C66590A862C5}"/>
          </ac:spMkLst>
        </pc:spChg>
        <pc:spChg chg="add mod">
          <ac:chgData name="黒沢　爽次" userId="fae486ef-0c84-45a4-a237-2d2b758b0e89" providerId="ADAL" clId="{64A8C56E-7B60-49D6-AD88-22DC8C2BC8B6}" dt="2026-06-03T03:00:59.977" v="1302" actId="1076"/>
          <ac:spMkLst>
            <pc:docMk/>
            <pc:sldMk cId="4040117842" sldId="266"/>
            <ac:spMk id="7" creationId="{39404D44-FCFB-43DE-BD68-8F63328FF6AA}"/>
          </ac:spMkLst>
        </pc:spChg>
        <pc:spChg chg="add mod">
          <ac:chgData name="黒沢　爽次" userId="fae486ef-0c84-45a4-a237-2d2b758b0e89" providerId="ADAL" clId="{64A8C56E-7B60-49D6-AD88-22DC8C2BC8B6}" dt="2026-06-03T03:01:02.474" v="1303" actId="1076"/>
          <ac:spMkLst>
            <pc:docMk/>
            <pc:sldMk cId="4040117842" sldId="266"/>
            <ac:spMk id="8" creationId="{A19DA5FB-70C7-48C1-967D-4D758B9C90F1}"/>
          </ac:spMkLst>
        </pc:spChg>
        <pc:spChg chg="add mod">
          <ac:chgData name="黒沢　爽次" userId="fae486ef-0c84-45a4-a237-2d2b758b0e89" providerId="ADAL" clId="{64A8C56E-7B60-49D6-AD88-22DC8C2BC8B6}" dt="2026-06-03T03:01:08.484" v="1305" actId="1076"/>
          <ac:spMkLst>
            <pc:docMk/>
            <pc:sldMk cId="4040117842" sldId="266"/>
            <ac:spMk id="9" creationId="{BF09E42C-133F-41FB-B104-77C0C374C728}"/>
          </ac:spMkLst>
        </pc:spChg>
        <pc:spChg chg="add mod">
          <ac:chgData name="黒沢　爽次" userId="fae486ef-0c84-45a4-a237-2d2b758b0e89" providerId="ADAL" clId="{64A8C56E-7B60-49D6-AD88-22DC8C2BC8B6}" dt="2026-06-03T03:01:06.230" v="1304" actId="1076"/>
          <ac:spMkLst>
            <pc:docMk/>
            <pc:sldMk cId="4040117842" sldId="266"/>
            <ac:spMk id="10" creationId="{AF215EE5-12E3-49C4-9CED-0056F7F59976}"/>
          </ac:spMkLst>
        </pc:spChg>
        <pc:spChg chg="add mod">
          <ac:chgData name="黒沢　爽次" userId="fae486ef-0c84-45a4-a237-2d2b758b0e89" providerId="ADAL" clId="{64A8C56E-7B60-49D6-AD88-22DC8C2BC8B6}" dt="2026-06-03T03:01:11.007" v="1306" actId="1076"/>
          <ac:spMkLst>
            <pc:docMk/>
            <pc:sldMk cId="4040117842" sldId="266"/>
            <ac:spMk id="11" creationId="{5020284F-7288-43F9-84F5-FC22EC22A6FA}"/>
          </ac:spMkLst>
        </pc:spChg>
        <pc:spChg chg="add mod">
          <ac:chgData name="黒沢　爽次" userId="fae486ef-0c84-45a4-a237-2d2b758b0e89" providerId="ADAL" clId="{64A8C56E-7B60-49D6-AD88-22DC8C2BC8B6}" dt="2026-06-03T03:02:20.479" v="1330" actId="20577"/>
          <ac:spMkLst>
            <pc:docMk/>
            <pc:sldMk cId="4040117842" sldId="266"/>
            <ac:spMk id="12" creationId="{AC3A1939-C47A-4AC9-B310-7B89286F45DB}"/>
          </ac:spMkLst>
        </pc:spChg>
        <pc:spChg chg="add mod">
          <ac:chgData name="黒沢　爽次" userId="fae486ef-0c84-45a4-a237-2d2b758b0e89" providerId="ADAL" clId="{64A8C56E-7B60-49D6-AD88-22DC8C2BC8B6}" dt="2026-06-03T03:02:38.190" v="1343" actId="20577"/>
          <ac:spMkLst>
            <pc:docMk/>
            <pc:sldMk cId="4040117842" sldId="266"/>
            <ac:spMk id="13" creationId="{BDCE7A26-DEDC-4732-9AB3-68A243FB47D8}"/>
          </ac:spMkLst>
        </pc:spChg>
        <pc:spChg chg="add mod">
          <ac:chgData name="黒沢　爽次" userId="fae486ef-0c84-45a4-a237-2d2b758b0e89" providerId="ADAL" clId="{64A8C56E-7B60-49D6-AD88-22DC8C2BC8B6}" dt="2026-06-03T03:02:41.923" v="1348" actId="20577"/>
          <ac:spMkLst>
            <pc:docMk/>
            <pc:sldMk cId="4040117842" sldId="266"/>
            <ac:spMk id="14" creationId="{8FED29EE-0B30-4121-9A40-3C2B254097D4}"/>
          </ac:spMkLst>
        </pc:spChg>
      </pc:sldChg>
      <pc:sldChg chg="addSp delSp modSp new mod">
        <pc:chgData name="黒沢　爽次" userId="fae486ef-0c84-45a4-a237-2d2b758b0e89" providerId="ADAL" clId="{64A8C56E-7B60-49D6-AD88-22DC8C2BC8B6}" dt="2026-06-03T03:32:50.173" v="1989" actId="20577"/>
        <pc:sldMkLst>
          <pc:docMk/>
          <pc:sldMk cId="3282394345" sldId="267"/>
        </pc:sldMkLst>
        <pc:spChg chg="del">
          <ac:chgData name="黒沢　爽次" userId="fae486ef-0c84-45a4-a237-2d2b758b0e89" providerId="ADAL" clId="{64A8C56E-7B60-49D6-AD88-22DC8C2BC8B6}" dt="2026-06-03T03:15:04.673" v="1546" actId="478"/>
          <ac:spMkLst>
            <pc:docMk/>
            <pc:sldMk cId="3282394345" sldId="267"/>
            <ac:spMk id="2" creationId="{816AE06D-A700-4511-B2F9-0EAB33C4FAAE}"/>
          </ac:spMkLst>
        </pc:spChg>
        <pc:spChg chg="del">
          <ac:chgData name="黒沢　爽次" userId="fae486ef-0c84-45a4-a237-2d2b758b0e89" providerId="ADAL" clId="{64A8C56E-7B60-49D6-AD88-22DC8C2BC8B6}" dt="2026-06-03T03:15:04.673" v="1546" actId="478"/>
          <ac:spMkLst>
            <pc:docMk/>
            <pc:sldMk cId="3282394345" sldId="267"/>
            <ac:spMk id="3" creationId="{5A08BB20-A45A-47E4-BD90-8824F45FCC47}"/>
          </ac:spMkLst>
        </pc:spChg>
        <pc:spChg chg="add mod">
          <ac:chgData name="黒沢　爽次" userId="fae486ef-0c84-45a4-a237-2d2b758b0e89" providerId="ADAL" clId="{64A8C56E-7B60-49D6-AD88-22DC8C2BC8B6}" dt="2026-06-03T03:15:13.918" v="1557" actId="20577"/>
          <ac:spMkLst>
            <pc:docMk/>
            <pc:sldMk cId="3282394345" sldId="267"/>
            <ac:spMk id="4" creationId="{2C7BBB5E-1CB3-4BEA-9457-0DE390529EFB}"/>
          </ac:spMkLst>
        </pc:spChg>
        <pc:spChg chg="add mod">
          <ac:chgData name="黒沢　爽次" userId="fae486ef-0c84-45a4-a237-2d2b758b0e89" providerId="ADAL" clId="{64A8C56E-7B60-49D6-AD88-22DC8C2BC8B6}" dt="2026-06-03T03:19:22.337" v="1665" actId="14100"/>
          <ac:spMkLst>
            <pc:docMk/>
            <pc:sldMk cId="3282394345" sldId="267"/>
            <ac:spMk id="5" creationId="{B460D7D2-A9F6-47BF-9D62-CD88D8EDBBF6}"/>
          </ac:spMkLst>
        </pc:spChg>
        <pc:spChg chg="add del">
          <ac:chgData name="黒沢　爽次" userId="fae486ef-0c84-45a4-a237-2d2b758b0e89" providerId="ADAL" clId="{64A8C56E-7B60-49D6-AD88-22DC8C2BC8B6}" dt="2026-06-03T03:15:25.870" v="1559" actId="11529"/>
          <ac:spMkLst>
            <pc:docMk/>
            <pc:sldMk cId="3282394345" sldId="267"/>
            <ac:spMk id="6" creationId="{EDE57EFF-765E-4B29-8976-DA33E6A677F3}"/>
          </ac:spMkLst>
        </pc:spChg>
        <pc:spChg chg="add mod">
          <ac:chgData name="黒沢　爽次" userId="fae486ef-0c84-45a4-a237-2d2b758b0e89" providerId="ADAL" clId="{64A8C56E-7B60-49D6-AD88-22DC8C2BC8B6}" dt="2026-06-03T03:16:41.081" v="1634" actId="14100"/>
          <ac:spMkLst>
            <pc:docMk/>
            <pc:sldMk cId="3282394345" sldId="267"/>
            <ac:spMk id="7" creationId="{37C8B0FF-F6B3-47DE-831D-C61BA6634AC0}"/>
          </ac:spMkLst>
        </pc:spChg>
        <pc:spChg chg="add mod">
          <ac:chgData name="黒沢　爽次" userId="fae486ef-0c84-45a4-a237-2d2b758b0e89" providerId="ADAL" clId="{64A8C56E-7B60-49D6-AD88-22DC8C2BC8B6}" dt="2026-06-03T03:16:41.081" v="1634" actId="14100"/>
          <ac:spMkLst>
            <pc:docMk/>
            <pc:sldMk cId="3282394345" sldId="267"/>
            <ac:spMk id="8" creationId="{B661E22D-CA92-47E5-9D8B-A2D62242C099}"/>
          </ac:spMkLst>
        </pc:spChg>
        <pc:spChg chg="add mod">
          <ac:chgData name="黒沢　爽次" userId="fae486ef-0c84-45a4-a237-2d2b758b0e89" providerId="ADAL" clId="{64A8C56E-7B60-49D6-AD88-22DC8C2BC8B6}" dt="2026-06-03T03:16:41.081" v="1634" actId="14100"/>
          <ac:spMkLst>
            <pc:docMk/>
            <pc:sldMk cId="3282394345" sldId="267"/>
            <ac:spMk id="9" creationId="{CA88613B-38E3-4983-9ED9-E4E42F84D7A6}"/>
          </ac:spMkLst>
        </pc:spChg>
        <pc:spChg chg="add mod">
          <ac:chgData name="黒沢　爽次" userId="fae486ef-0c84-45a4-a237-2d2b758b0e89" providerId="ADAL" clId="{64A8C56E-7B60-49D6-AD88-22DC8C2BC8B6}" dt="2026-06-03T03:16:41.081" v="1634" actId="14100"/>
          <ac:spMkLst>
            <pc:docMk/>
            <pc:sldMk cId="3282394345" sldId="267"/>
            <ac:spMk id="10" creationId="{904BD060-5617-445D-9D2E-2EA3D4440DEF}"/>
          </ac:spMkLst>
        </pc:spChg>
        <pc:spChg chg="add mod">
          <ac:chgData name="黒沢　爽次" userId="fae486ef-0c84-45a4-a237-2d2b758b0e89" providerId="ADAL" clId="{64A8C56E-7B60-49D6-AD88-22DC8C2BC8B6}" dt="2026-06-03T03:16:41.081" v="1634" actId="14100"/>
          <ac:spMkLst>
            <pc:docMk/>
            <pc:sldMk cId="3282394345" sldId="267"/>
            <ac:spMk id="11" creationId="{584AB7B4-AA97-4ED5-BB9B-F5A96C5511C4}"/>
          </ac:spMkLst>
        </pc:spChg>
        <pc:spChg chg="add mod">
          <ac:chgData name="黒沢　爽次" userId="fae486ef-0c84-45a4-a237-2d2b758b0e89" providerId="ADAL" clId="{64A8C56E-7B60-49D6-AD88-22DC8C2BC8B6}" dt="2026-06-03T03:16:43.135" v="1635" actId="1076"/>
          <ac:spMkLst>
            <pc:docMk/>
            <pc:sldMk cId="3282394345" sldId="267"/>
            <ac:spMk id="12" creationId="{7D05B6A3-AEDE-4FFA-A760-6521C699F168}"/>
          </ac:spMkLst>
        </pc:spChg>
        <pc:spChg chg="add mod ord">
          <ac:chgData name="黒沢　爽次" userId="fae486ef-0c84-45a4-a237-2d2b758b0e89" providerId="ADAL" clId="{64A8C56E-7B60-49D6-AD88-22DC8C2BC8B6}" dt="2026-06-03T03:17:09.465" v="1641" actId="207"/>
          <ac:spMkLst>
            <pc:docMk/>
            <pc:sldMk cId="3282394345" sldId="267"/>
            <ac:spMk id="13" creationId="{71E5EE3E-BB7B-4033-B0B3-AD654E07298D}"/>
          </ac:spMkLst>
        </pc:spChg>
        <pc:spChg chg="add mod">
          <ac:chgData name="黒沢　爽次" userId="fae486ef-0c84-45a4-a237-2d2b758b0e89" providerId="ADAL" clId="{64A8C56E-7B60-49D6-AD88-22DC8C2BC8B6}" dt="2026-06-03T03:19:13.856" v="1664" actId="14100"/>
          <ac:spMkLst>
            <pc:docMk/>
            <pc:sldMk cId="3282394345" sldId="267"/>
            <ac:spMk id="14" creationId="{F16AB915-2BF3-4A9E-8126-B24DD5FBBA7F}"/>
          </ac:spMkLst>
        </pc:spChg>
        <pc:spChg chg="add mod">
          <ac:chgData name="黒沢　爽次" userId="fae486ef-0c84-45a4-a237-2d2b758b0e89" providerId="ADAL" clId="{64A8C56E-7B60-49D6-AD88-22DC8C2BC8B6}" dt="2026-06-03T03:17:31.479" v="1648" actId="1076"/>
          <ac:spMkLst>
            <pc:docMk/>
            <pc:sldMk cId="3282394345" sldId="267"/>
            <ac:spMk id="15" creationId="{820DC62C-25AA-48F1-8AE8-9F741A16257D}"/>
          </ac:spMkLst>
        </pc:spChg>
        <pc:spChg chg="add mod">
          <ac:chgData name="黒沢　爽次" userId="fae486ef-0c84-45a4-a237-2d2b758b0e89" providerId="ADAL" clId="{64A8C56E-7B60-49D6-AD88-22DC8C2BC8B6}" dt="2026-06-03T03:17:31.479" v="1648" actId="1076"/>
          <ac:spMkLst>
            <pc:docMk/>
            <pc:sldMk cId="3282394345" sldId="267"/>
            <ac:spMk id="16" creationId="{8C9666BE-F690-4447-A62F-4B8321943CC1}"/>
          </ac:spMkLst>
        </pc:spChg>
        <pc:spChg chg="add mod">
          <ac:chgData name="黒沢　爽次" userId="fae486ef-0c84-45a4-a237-2d2b758b0e89" providerId="ADAL" clId="{64A8C56E-7B60-49D6-AD88-22DC8C2BC8B6}" dt="2026-06-03T03:17:31.479" v="1648" actId="1076"/>
          <ac:spMkLst>
            <pc:docMk/>
            <pc:sldMk cId="3282394345" sldId="267"/>
            <ac:spMk id="17" creationId="{0611BC8F-A834-4F48-B4B4-820751CC58EA}"/>
          </ac:spMkLst>
        </pc:spChg>
        <pc:spChg chg="add mod">
          <ac:chgData name="黒沢　爽次" userId="fae486ef-0c84-45a4-a237-2d2b758b0e89" providerId="ADAL" clId="{64A8C56E-7B60-49D6-AD88-22DC8C2BC8B6}" dt="2026-06-03T03:17:31.479" v="1648" actId="1076"/>
          <ac:spMkLst>
            <pc:docMk/>
            <pc:sldMk cId="3282394345" sldId="267"/>
            <ac:spMk id="18" creationId="{BDB5B509-7A7B-4E67-B666-C48912132370}"/>
          </ac:spMkLst>
        </pc:spChg>
        <pc:spChg chg="add mod">
          <ac:chgData name="黒沢　爽次" userId="fae486ef-0c84-45a4-a237-2d2b758b0e89" providerId="ADAL" clId="{64A8C56E-7B60-49D6-AD88-22DC8C2BC8B6}" dt="2026-06-03T03:17:31.479" v="1648" actId="1076"/>
          <ac:spMkLst>
            <pc:docMk/>
            <pc:sldMk cId="3282394345" sldId="267"/>
            <ac:spMk id="19" creationId="{133BEA9E-31C5-46BF-97C3-3BBF4C869F99}"/>
          </ac:spMkLst>
        </pc:spChg>
        <pc:spChg chg="add del mod">
          <ac:chgData name="黒沢　爽次" userId="fae486ef-0c84-45a4-a237-2d2b758b0e89" providerId="ADAL" clId="{64A8C56E-7B60-49D6-AD88-22DC8C2BC8B6}" dt="2026-06-03T03:19:01.952" v="1659" actId="478"/>
          <ac:spMkLst>
            <pc:docMk/>
            <pc:sldMk cId="3282394345" sldId="267"/>
            <ac:spMk id="20" creationId="{5895D45A-DF4D-4C3D-A1C4-29AFBF08A182}"/>
          </ac:spMkLst>
        </pc:spChg>
        <pc:spChg chg="add mod">
          <ac:chgData name="黒沢　爽次" userId="fae486ef-0c84-45a4-a237-2d2b758b0e89" providerId="ADAL" clId="{64A8C56E-7B60-49D6-AD88-22DC8C2BC8B6}" dt="2026-06-03T03:17:19.131" v="1644" actId="1076"/>
          <ac:spMkLst>
            <pc:docMk/>
            <pc:sldMk cId="3282394345" sldId="267"/>
            <ac:spMk id="21" creationId="{11DA5FEC-3588-485B-A2F6-FADE5D311BD8}"/>
          </ac:spMkLst>
        </pc:spChg>
        <pc:spChg chg="add mod">
          <ac:chgData name="黒沢　爽次" userId="fae486ef-0c84-45a4-a237-2d2b758b0e89" providerId="ADAL" clId="{64A8C56E-7B60-49D6-AD88-22DC8C2BC8B6}" dt="2026-06-03T03:17:19.131" v="1644" actId="1076"/>
          <ac:spMkLst>
            <pc:docMk/>
            <pc:sldMk cId="3282394345" sldId="267"/>
            <ac:spMk id="22" creationId="{DDFDC017-6A4B-405E-8E2A-5DB5D678E12F}"/>
          </ac:spMkLst>
        </pc:spChg>
        <pc:spChg chg="add mod">
          <ac:chgData name="黒沢　爽次" userId="fae486ef-0c84-45a4-a237-2d2b758b0e89" providerId="ADAL" clId="{64A8C56E-7B60-49D6-AD88-22DC8C2BC8B6}" dt="2026-06-03T03:17:19.131" v="1644" actId="1076"/>
          <ac:spMkLst>
            <pc:docMk/>
            <pc:sldMk cId="3282394345" sldId="267"/>
            <ac:spMk id="23" creationId="{96873361-347A-4AB8-9133-2184B546B391}"/>
          </ac:spMkLst>
        </pc:spChg>
        <pc:spChg chg="add mod">
          <ac:chgData name="黒沢　爽次" userId="fae486ef-0c84-45a4-a237-2d2b758b0e89" providerId="ADAL" clId="{64A8C56E-7B60-49D6-AD88-22DC8C2BC8B6}" dt="2026-06-03T03:17:19.131" v="1644" actId="1076"/>
          <ac:spMkLst>
            <pc:docMk/>
            <pc:sldMk cId="3282394345" sldId="267"/>
            <ac:spMk id="24" creationId="{B6ACCCA4-9BE2-4802-939D-4A5B9815D4D4}"/>
          </ac:spMkLst>
        </pc:spChg>
        <pc:spChg chg="add mod">
          <ac:chgData name="黒沢　爽次" userId="fae486ef-0c84-45a4-a237-2d2b758b0e89" providerId="ADAL" clId="{64A8C56E-7B60-49D6-AD88-22DC8C2BC8B6}" dt="2026-06-03T03:17:19.131" v="1644" actId="1076"/>
          <ac:spMkLst>
            <pc:docMk/>
            <pc:sldMk cId="3282394345" sldId="267"/>
            <ac:spMk id="25" creationId="{1830F1BC-7915-4195-B72A-84EBE5EFC74D}"/>
          </ac:spMkLst>
        </pc:spChg>
        <pc:spChg chg="add mod">
          <ac:chgData name="黒沢　爽次" userId="fae486ef-0c84-45a4-a237-2d2b758b0e89" providerId="ADAL" clId="{64A8C56E-7B60-49D6-AD88-22DC8C2BC8B6}" dt="2026-06-03T03:17:19.131" v="1644" actId="1076"/>
          <ac:spMkLst>
            <pc:docMk/>
            <pc:sldMk cId="3282394345" sldId="267"/>
            <ac:spMk id="26" creationId="{4A71A3DE-D481-439D-9B38-D7D74A0753C4}"/>
          </ac:spMkLst>
        </pc:spChg>
        <pc:spChg chg="add mod">
          <ac:chgData name="黒沢　爽次" userId="fae486ef-0c84-45a4-a237-2d2b758b0e89" providerId="ADAL" clId="{64A8C56E-7B60-49D6-AD88-22DC8C2BC8B6}" dt="2026-06-03T03:17:19.131" v="1644" actId="1076"/>
          <ac:spMkLst>
            <pc:docMk/>
            <pc:sldMk cId="3282394345" sldId="267"/>
            <ac:spMk id="27" creationId="{9BED4E28-462F-4865-8A2F-762F63AC82BF}"/>
          </ac:spMkLst>
        </pc:spChg>
        <pc:spChg chg="add del mod">
          <ac:chgData name="黒沢　爽次" userId="fae486ef-0c84-45a4-a237-2d2b758b0e89" providerId="ADAL" clId="{64A8C56E-7B60-49D6-AD88-22DC8C2BC8B6}" dt="2026-06-03T03:19:05.838" v="1661" actId="478"/>
          <ac:spMkLst>
            <pc:docMk/>
            <pc:sldMk cId="3282394345" sldId="267"/>
            <ac:spMk id="28" creationId="{B216DCF9-BA32-400D-925B-92952916E230}"/>
          </ac:spMkLst>
        </pc:spChg>
        <pc:spChg chg="add del mod">
          <ac:chgData name="黒沢　爽次" userId="fae486ef-0c84-45a4-a237-2d2b758b0e89" providerId="ADAL" clId="{64A8C56E-7B60-49D6-AD88-22DC8C2BC8B6}" dt="2026-06-03T03:21:26.485" v="1702" actId="478"/>
          <ac:spMkLst>
            <pc:docMk/>
            <pc:sldMk cId="3282394345" sldId="267"/>
            <ac:spMk id="29" creationId="{AB4CCE37-AE93-491B-92E7-804880611C37}"/>
          </ac:spMkLst>
        </pc:spChg>
        <pc:spChg chg="add del mod">
          <ac:chgData name="黒沢　爽次" userId="fae486ef-0c84-45a4-a237-2d2b758b0e89" providerId="ADAL" clId="{64A8C56E-7B60-49D6-AD88-22DC8C2BC8B6}" dt="2026-06-03T03:20:41.939" v="1690"/>
          <ac:spMkLst>
            <pc:docMk/>
            <pc:sldMk cId="3282394345" sldId="267"/>
            <ac:spMk id="30" creationId="{4BF71532-A7C8-430F-A58D-B98FBC249547}"/>
          </ac:spMkLst>
        </pc:spChg>
        <pc:spChg chg="add del mod">
          <ac:chgData name="黒沢　爽次" userId="fae486ef-0c84-45a4-a237-2d2b758b0e89" providerId="ADAL" clId="{64A8C56E-7B60-49D6-AD88-22DC8C2BC8B6}" dt="2026-06-03T03:20:41.939" v="1690"/>
          <ac:spMkLst>
            <pc:docMk/>
            <pc:sldMk cId="3282394345" sldId="267"/>
            <ac:spMk id="31" creationId="{C5EADFF1-599B-4F9D-9C7F-9DAA7C2717AC}"/>
          </ac:spMkLst>
        </pc:spChg>
        <pc:spChg chg="add del mod">
          <ac:chgData name="黒沢　爽次" userId="fae486ef-0c84-45a4-a237-2d2b758b0e89" providerId="ADAL" clId="{64A8C56E-7B60-49D6-AD88-22DC8C2BC8B6}" dt="2026-06-03T03:20:41.939" v="1690"/>
          <ac:spMkLst>
            <pc:docMk/>
            <pc:sldMk cId="3282394345" sldId="267"/>
            <ac:spMk id="32" creationId="{EE671F05-363B-4169-AC08-2A11BC656954}"/>
          </ac:spMkLst>
        </pc:spChg>
        <pc:spChg chg="add del mod">
          <ac:chgData name="黒沢　爽次" userId="fae486ef-0c84-45a4-a237-2d2b758b0e89" providerId="ADAL" clId="{64A8C56E-7B60-49D6-AD88-22DC8C2BC8B6}" dt="2026-06-03T03:20:41.939" v="1690"/>
          <ac:spMkLst>
            <pc:docMk/>
            <pc:sldMk cId="3282394345" sldId="267"/>
            <ac:spMk id="33" creationId="{9179B72E-6DAF-4F9A-80AB-8AE4AAF561B8}"/>
          </ac:spMkLst>
        </pc:spChg>
        <pc:spChg chg="add del mod">
          <ac:chgData name="黒沢　爽次" userId="fae486ef-0c84-45a4-a237-2d2b758b0e89" providerId="ADAL" clId="{64A8C56E-7B60-49D6-AD88-22DC8C2BC8B6}" dt="2026-06-03T03:20:41.939" v="1690"/>
          <ac:spMkLst>
            <pc:docMk/>
            <pc:sldMk cId="3282394345" sldId="267"/>
            <ac:spMk id="34" creationId="{DE49FA24-CC75-470D-A57B-9B7D8DDB4B9E}"/>
          </ac:spMkLst>
        </pc:spChg>
        <pc:spChg chg="add del mod">
          <ac:chgData name="黒沢　爽次" userId="fae486ef-0c84-45a4-a237-2d2b758b0e89" providerId="ADAL" clId="{64A8C56E-7B60-49D6-AD88-22DC8C2BC8B6}" dt="2026-06-03T03:20:41.939" v="1690"/>
          <ac:spMkLst>
            <pc:docMk/>
            <pc:sldMk cId="3282394345" sldId="267"/>
            <ac:spMk id="35" creationId="{E564242F-5CED-4A6A-9D7F-338B96C0B939}"/>
          </ac:spMkLst>
        </pc:spChg>
        <pc:spChg chg="add del mod">
          <ac:chgData name="黒沢　爽次" userId="fae486ef-0c84-45a4-a237-2d2b758b0e89" providerId="ADAL" clId="{64A8C56E-7B60-49D6-AD88-22DC8C2BC8B6}" dt="2026-06-03T03:20:41.939" v="1690"/>
          <ac:spMkLst>
            <pc:docMk/>
            <pc:sldMk cId="3282394345" sldId="267"/>
            <ac:spMk id="36" creationId="{D28F41E8-4FE6-4F06-AAF8-B8CCC56DF0BA}"/>
          </ac:spMkLst>
        </pc:spChg>
        <pc:spChg chg="add mod ord">
          <ac:chgData name="黒沢　爽次" userId="fae486ef-0c84-45a4-a237-2d2b758b0e89" providerId="ADAL" clId="{64A8C56E-7B60-49D6-AD88-22DC8C2BC8B6}" dt="2026-06-03T03:22:22.202" v="1715" actId="1076"/>
          <ac:spMkLst>
            <pc:docMk/>
            <pc:sldMk cId="3282394345" sldId="267"/>
            <ac:spMk id="38" creationId="{9D856644-6246-405D-A5FC-E287044E76D9}"/>
          </ac:spMkLst>
        </pc:spChg>
        <pc:spChg chg="add mod ord">
          <ac:chgData name="黒沢　爽次" userId="fae486ef-0c84-45a4-a237-2d2b758b0e89" providerId="ADAL" clId="{64A8C56E-7B60-49D6-AD88-22DC8C2BC8B6}" dt="2026-06-03T03:22:30.261" v="1716" actId="14100"/>
          <ac:spMkLst>
            <pc:docMk/>
            <pc:sldMk cId="3282394345" sldId="267"/>
            <ac:spMk id="39" creationId="{03A930EA-D60E-4F7F-915E-9EA3DEF56A33}"/>
          </ac:spMkLst>
        </pc:spChg>
        <pc:graphicFrameChg chg="add mod modGraphic">
          <ac:chgData name="黒沢　爽次" userId="fae486ef-0c84-45a4-a237-2d2b758b0e89" providerId="ADAL" clId="{64A8C56E-7B60-49D6-AD88-22DC8C2BC8B6}" dt="2026-06-03T03:32:50.173" v="1989" actId="20577"/>
          <ac:graphicFrameMkLst>
            <pc:docMk/>
            <pc:sldMk cId="3282394345" sldId="267"/>
            <ac:graphicFrameMk id="37" creationId="{DAD35C2A-1386-43F0-A48F-B06E55CA1AAE}"/>
          </ac:graphicFrameMkLst>
        </pc:graphicFrameChg>
      </pc:sldChg>
      <pc:sldChg chg="addSp delSp modSp new mod">
        <pc:chgData name="黒沢　爽次" userId="fae486ef-0c84-45a4-a237-2d2b758b0e89" providerId="ADAL" clId="{64A8C56E-7B60-49D6-AD88-22DC8C2BC8B6}" dt="2026-06-03T03:30:49.562" v="1902" actId="14100"/>
        <pc:sldMkLst>
          <pc:docMk/>
          <pc:sldMk cId="1148238646" sldId="268"/>
        </pc:sldMkLst>
        <pc:spChg chg="del">
          <ac:chgData name="黒沢　爽次" userId="fae486ef-0c84-45a4-a237-2d2b758b0e89" providerId="ADAL" clId="{64A8C56E-7B60-49D6-AD88-22DC8C2BC8B6}" dt="2026-06-03T03:23:04.539" v="1718" actId="478"/>
          <ac:spMkLst>
            <pc:docMk/>
            <pc:sldMk cId="1148238646" sldId="268"/>
            <ac:spMk id="2" creationId="{81710A51-A65F-48A2-A399-168E4BBAB164}"/>
          </ac:spMkLst>
        </pc:spChg>
        <pc:spChg chg="del">
          <ac:chgData name="黒沢　爽次" userId="fae486ef-0c84-45a4-a237-2d2b758b0e89" providerId="ADAL" clId="{64A8C56E-7B60-49D6-AD88-22DC8C2BC8B6}" dt="2026-06-03T03:23:04.539" v="1718" actId="478"/>
          <ac:spMkLst>
            <pc:docMk/>
            <pc:sldMk cId="1148238646" sldId="268"/>
            <ac:spMk id="3" creationId="{448D384C-6D3D-42F3-BBCD-FBC54E608FF2}"/>
          </ac:spMkLst>
        </pc:spChg>
        <pc:spChg chg="add mod">
          <ac:chgData name="黒沢　爽次" userId="fae486ef-0c84-45a4-a237-2d2b758b0e89" providerId="ADAL" clId="{64A8C56E-7B60-49D6-AD88-22DC8C2BC8B6}" dt="2026-06-03T03:23:36.996" v="1744" actId="1076"/>
          <ac:spMkLst>
            <pc:docMk/>
            <pc:sldMk cId="1148238646" sldId="268"/>
            <ac:spMk id="4" creationId="{843C87E8-1432-41BE-BEA6-3D93EB0A0BD2}"/>
          </ac:spMkLst>
        </pc:spChg>
        <pc:spChg chg="add mod">
          <ac:chgData name="黒沢　爽次" userId="fae486ef-0c84-45a4-a237-2d2b758b0e89" providerId="ADAL" clId="{64A8C56E-7B60-49D6-AD88-22DC8C2BC8B6}" dt="2026-06-03T03:23:39.228" v="1745" actId="1076"/>
          <ac:spMkLst>
            <pc:docMk/>
            <pc:sldMk cId="1148238646" sldId="268"/>
            <ac:spMk id="5" creationId="{42519178-9746-4F04-A866-4518B1E606C4}"/>
          </ac:spMkLst>
        </pc:spChg>
        <pc:spChg chg="add mod">
          <ac:chgData name="黒沢　爽次" userId="fae486ef-0c84-45a4-a237-2d2b758b0e89" providerId="ADAL" clId="{64A8C56E-7B60-49D6-AD88-22DC8C2BC8B6}" dt="2026-06-03T03:24:08.241" v="1759" actId="20577"/>
          <ac:spMkLst>
            <pc:docMk/>
            <pc:sldMk cId="1148238646" sldId="268"/>
            <ac:spMk id="8" creationId="{01CB7E85-17FB-4FA8-BE2E-573F20BF416D}"/>
          </ac:spMkLst>
        </pc:spChg>
        <pc:spChg chg="add mod">
          <ac:chgData name="黒沢　爽次" userId="fae486ef-0c84-45a4-a237-2d2b758b0e89" providerId="ADAL" clId="{64A8C56E-7B60-49D6-AD88-22DC8C2BC8B6}" dt="2026-06-03T03:25:00.985" v="1781" actId="255"/>
          <ac:spMkLst>
            <pc:docMk/>
            <pc:sldMk cId="1148238646" sldId="268"/>
            <ac:spMk id="13" creationId="{93E2968B-7313-41F0-881A-286267630491}"/>
          </ac:spMkLst>
        </pc:spChg>
        <pc:spChg chg="add mod">
          <ac:chgData name="黒沢　爽次" userId="fae486ef-0c84-45a4-a237-2d2b758b0e89" providerId="ADAL" clId="{64A8C56E-7B60-49D6-AD88-22DC8C2BC8B6}" dt="2026-06-03T03:25:21.135" v="1801" actId="1076"/>
          <ac:spMkLst>
            <pc:docMk/>
            <pc:sldMk cId="1148238646" sldId="268"/>
            <ac:spMk id="14" creationId="{5E5FD880-AEE8-424A-816A-7F70C69B74BC}"/>
          </ac:spMkLst>
        </pc:spChg>
        <pc:spChg chg="add mod">
          <ac:chgData name="黒沢　爽次" userId="fae486ef-0c84-45a4-a237-2d2b758b0e89" providerId="ADAL" clId="{64A8C56E-7B60-49D6-AD88-22DC8C2BC8B6}" dt="2026-06-03T03:26:27.089" v="1821" actId="20577"/>
          <ac:spMkLst>
            <pc:docMk/>
            <pc:sldMk cId="1148238646" sldId="268"/>
            <ac:spMk id="16" creationId="{7A636D9A-2F3F-4450-83B5-5D081211672D}"/>
          </ac:spMkLst>
        </pc:spChg>
        <pc:spChg chg="add mod">
          <ac:chgData name="黒沢　爽次" userId="fae486ef-0c84-45a4-a237-2d2b758b0e89" providerId="ADAL" clId="{64A8C56E-7B60-49D6-AD88-22DC8C2BC8B6}" dt="2026-06-03T03:27:05.249" v="1843" actId="20577"/>
          <ac:spMkLst>
            <pc:docMk/>
            <pc:sldMk cId="1148238646" sldId="268"/>
            <ac:spMk id="30" creationId="{7B4A045F-47F6-4778-B0D1-5223DA6A0403}"/>
          </ac:spMkLst>
        </pc:spChg>
        <pc:spChg chg="add mod">
          <ac:chgData name="黒沢　爽次" userId="fae486ef-0c84-45a4-a237-2d2b758b0e89" providerId="ADAL" clId="{64A8C56E-7B60-49D6-AD88-22DC8C2BC8B6}" dt="2026-06-03T03:28:58.103" v="1863" actId="20577"/>
          <ac:spMkLst>
            <pc:docMk/>
            <pc:sldMk cId="1148238646" sldId="268"/>
            <ac:spMk id="36" creationId="{13B14A50-EE2D-43D6-B328-A477508D2683}"/>
          </ac:spMkLst>
        </pc:spChg>
        <pc:spChg chg="add mod">
          <ac:chgData name="黒沢　爽次" userId="fae486ef-0c84-45a4-a237-2d2b758b0e89" providerId="ADAL" clId="{64A8C56E-7B60-49D6-AD88-22DC8C2BC8B6}" dt="2026-06-03T03:29:59.098" v="1891" actId="20577"/>
          <ac:spMkLst>
            <pc:docMk/>
            <pc:sldMk cId="1148238646" sldId="268"/>
            <ac:spMk id="45" creationId="{011A419F-B565-4EAE-AF7D-4F171A1D7AE1}"/>
          </ac:spMkLst>
        </pc:spChg>
        <pc:spChg chg="add mod">
          <ac:chgData name="黒沢　爽次" userId="fae486ef-0c84-45a4-a237-2d2b758b0e89" providerId="ADAL" clId="{64A8C56E-7B60-49D6-AD88-22DC8C2BC8B6}" dt="2026-06-03T03:29:51.752" v="1880" actId="20577"/>
          <ac:spMkLst>
            <pc:docMk/>
            <pc:sldMk cId="1148238646" sldId="268"/>
            <ac:spMk id="46" creationId="{C22E0227-6F16-40D6-941F-39A718A6D121}"/>
          </ac:spMkLst>
        </pc:spChg>
        <pc:cxnChg chg="add mod">
          <ac:chgData name="黒沢　爽次" userId="fae486ef-0c84-45a4-a237-2d2b758b0e89" providerId="ADAL" clId="{64A8C56E-7B60-49D6-AD88-22DC8C2BC8B6}" dt="2026-06-03T03:24:44.380" v="1766" actId="1076"/>
          <ac:cxnSpMkLst>
            <pc:docMk/>
            <pc:sldMk cId="1148238646" sldId="268"/>
            <ac:cxnSpMk id="7" creationId="{632FA474-A014-45B8-9B76-F873BF63836F}"/>
          </ac:cxnSpMkLst>
        </pc:cxnChg>
        <pc:cxnChg chg="add mod">
          <ac:chgData name="黒沢　爽次" userId="fae486ef-0c84-45a4-a237-2d2b758b0e89" providerId="ADAL" clId="{64A8C56E-7B60-49D6-AD88-22DC8C2BC8B6}" dt="2026-06-03T03:24:22.938" v="1764" actId="14100"/>
          <ac:cxnSpMkLst>
            <pc:docMk/>
            <pc:sldMk cId="1148238646" sldId="268"/>
            <ac:cxnSpMk id="9" creationId="{122E169E-C15C-4E6B-B313-666C0163165D}"/>
          </ac:cxnSpMkLst>
        </pc:cxnChg>
        <pc:cxnChg chg="add mod">
          <ac:chgData name="黒沢　爽次" userId="fae486ef-0c84-45a4-a237-2d2b758b0e89" providerId="ADAL" clId="{64A8C56E-7B60-49D6-AD88-22DC8C2BC8B6}" dt="2026-06-03T03:24:48.349" v="1768" actId="1076"/>
          <ac:cxnSpMkLst>
            <pc:docMk/>
            <pc:sldMk cId="1148238646" sldId="268"/>
            <ac:cxnSpMk id="12" creationId="{24974BB3-4CFD-4BB4-833C-047B1724FB41}"/>
          </ac:cxnSpMkLst>
        </pc:cxnChg>
        <pc:cxnChg chg="add mod">
          <ac:chgData name="黒沢　爽次" userId="fae486ef-0c84-45a4-a237-2d2b758b0e89" providerId="ADAL" clId="{64A8C56E-7B60-49D6-AD88-22DC8C2BC8B6}" dt="2026-06-03T03:25:10.716" v="1785" actId="1076"/>
          <ac:cxnSpMkLst>
            <pc:docMk/>
            <pc:sldMk cId="1148238646" sldId="268"/>
            <ac:cxnSpMk id="15" creationId="{9CC8DF7D-ED41-49BB-A3F6-0BDACCEDA556}"/>
          </ac:cxnSpMkLst>
        </pc:cxnChg>
        <pc:cxnChg chg="add mod">
          <ac:chgData name="黒沢　爽次" userId="fae486ef-0c84-45a4-a237-2d2b758b0e89" providerId="ADAL" clId="{64A8C56E-7B60-49D6-AD88-22DC8C2BC8B6}" dt="2026-06-03T03:25:38.473" v="1805" actId="1076"/>
          <ac:cxnSpMkLst>
            <pc:docMk/>
            <pc:sldMk cId="1148238646" sldId="268"/>
            <ac:cxnSpMk id="17" creationId="{E8DBCDE4-13E6-448E-B6E8-BE9108E93610}"/>
          </ac:cxnSpMkLst>
        </pc:cxnChg>
        <pc:cxnChg chg="add mod">
          <ac:chgData name="黒沢　爽次" userId="fae486ef-0c84-45a4-a237-2d2b758b0e89" providerId="ADAL" clId="{64A8C56E-7B60-49D6-AD88-22DC8C2BC8B6}" dt="2026-06-03T03:25:50.045" v="1807" actId="14100"/>
          <ac:cxnSpMkLst>
            <pc:docMk/>
            <pc:sldMk cId="1148238646" sldId="268"/>
            <ac:cxnSpMk id="19" creationId="{95D23B05-757E-4B18-8475-6243FB9DCC5D}"/>
          </ac:cxnSpMkLst>
        </pc:cxnChg>
        <pc:cxnChg chg="add mod">
          <ac:chgData name="黒沢　爽次" userId="fae486ef-0c84-45a4-a237-2d2b758b0e89" providerId="ADAL" clId="{64A8C56E-7B60-49D6-AD88-22DC8C2BC8B6}" dt="2026-06-03T03:26:08.565" v="1812" actId="14100"/>
          <ac:cxnSpMkLst>
            <pc:docMk/>
            <pc:sldMk cId="1148238646" sldId="268"/>
            <ac:cxnSpMk id="21" creationId="{6BB650F3-E5DC-45F8-8461-EAAA214BC822}"/>
          </ac:cxnSpMkLst>
        </pc:cxnChg>
        <pc:cxnChg chg="add mod">
          <ac:chgData name="黒沢　爽次" userId="fae486ef-0c84-45a4-a237-2d2b758b0e89" providerId="ADAL" clId="{64A8C56E-7B60-49D6-AD88-22DC8C2BC8B6}" dt="2026-06-03T03:26:20.011" v="1817" actId="14100"/>
          <ac:cxnSpMkLst>
            <pc:docMk/>
            <pc:sldMk cId="1148238646" sldId="268"/>
            <ac:cxnSpMk id="24" creationId="{9B7933A5-7009-4E8A-B45A-434EFE19B466}"/>
          </ac:cxnSpMkLst>
        </pc:cxnChg>
        <pc:cxnChg chg="add mod">
          <ac:chgData name="黒沢　爽次" userId="fae486ef-0c84-45a4-a237-2d2b758b0e89" providerId="ADAL" clId="{64A8C56E-7B60-49D6-AD88-22DC8C2BC8B6}" dt="2026-06-03T03:27:23.498" v="1849" actId="14100"/>
          <ac:cxnSpMkLst>
            <pc:docMk/>
            <pc:sldMk cId="1148238646" sldId="268"/>
            <ac:cxnSpMk id="27" creationId="{73912A7F-A421-43A0-A8D7-D4856DF61315}"/>
          </ac:cxnSpMkLst>
        </pc:cxnChg>
        <pc:cxnChg chg="add mod">
          <ac:chgData name="黒沢　爽次" userId="fae486ef-0c84-45a4-a237-2d2b758b0e89" providerId="ADAL" clId="{64A8C56E-7B60-49D6-AD88-22DC8C2BC8B6}" dt="2026-06-03T03:27:14.875" v="1847" actId="14100"/>
          <ac:cxnSpMkLst>
            <pc:docMk/>
            <pc:sldMk cId="1148238646" sldId="268"/>
            <ac:cxnSpMk id="32" creationId="{5130DB17-3BE8-41F1-8D6E-3B1A205FC13A}"/>
          </ac:cxnSpMkLst>
        </pc:cxnChg>
        <pc:cxnChg chg="add del mod">
          <ac:chgData name="黒沢　爽次" userId="fae486ef-0c84-45a4-a237-2d2b758b0e89" providerId="ADAL" clId="{64A8C56E-7B60-49D6-AD88-22DC8C2BC8B6}" dt="2026-06-03T03:29:17.001" v="1870" actId="21"/>
          <ac:cxnSpMkLst>
            <pc:docMk/>
            <pc:sldMk cId="1148238646" sldId="268"/>
            <ac:cxnSpMk id="37" creationId="{C2001B47-3A35-4191-9F0D-DC6601F04139}"/>
          </ac:cxnSpMkLst>
        </pc:cxnChg>
        <pc:cxnChg chg="add del mod">
          <ac:chgData name="黒沢　爽次" userId="fae486ef-0c84-45a4-a237-2d2b758b0e89" providerId="ADAL" clId="{64A8C56E-7B60-49D6-AD88-22DC8C2BC8B6}" dt="2026-06-03T03:29:24.539" v="1872" actId="14100"/>
          <ac:cxnSpMkLst>
            <pc:docMk/>
            <pc:sldMk cId="1148238646" sldId="268"/>
            <ac:cxnSpMk id="38" creationId="{E54E7643-DA6E-46AB-9BF2-4A80688AA5A5}"/>
          </ac:cxnSpMkLst>
        </pc:cxnChg>
        <pc:cxnChg chg="add mod">
          <ac:chgData name="黒沢　爽次" userId="fae486ef-0c84-45a4-a237-2d2b758b0e89" providerId="ADAL" clId="{64A8C56E-7B60-49D6-AD88-22DC8C2BC8B6}" dt="2026-06-03T03:30:31.172" v="1896" actId="14100"/>
          <ac:cxnSpMkLst>
            <pc:docMk/>
            <pc:sldMk cId="1148238646" sldId="268"/>
            <ac:cxnSpMk id="47" creationId="{F454F00A-06B9-48CE-B0C0-74F9713DF858}"/>
          </ac:cxnSpMkLst>
        </pc:cxnChg>
        <pc:cxnChg chg="add mod">
          <ac:chgData name="黒沢　爽次" userId="fae486ef-0c84-45a4-a237-2d2b758b0e89" providerId="ADAL" clId="{64A8C56E-7B60-49D6-AD88-22DC8C2BC8B6}" dt="2026-06-03T03:30:31.172" v="1896" actId="14100"/>
          <ac:cxnSpMkLst>
            <pc:docMk/>
            <pc:sldMk cId="1148238646" sldId="268"/>
            <ac:cxnSpMk id="48" creationId="{148BF39D-9357-4FB0-8542-13460512921A}"/>
          </ac:cxnSpMkLst>
        </pc:cxnChg>
        <pc:cxnChg chg="add mod">
          <ac:chgData name="黒沢　爽次" userId="fae486ef-0c84-45a4-a237-2d2b758b0e89" providerId="ADAL" clId="{64A8C56E-7B60-49D6-AD88-22DC8C2BC8B6}" dt="2026-06-03T03:30:49.562" v="1902" actId="14100"/>
          <ac:cxnSpMkLst>
            <pc:docMk/>
            <pc:sldMk cId="1148238646" sldId="268"/>
            <ac:cxnSpMk id="53" creationId="{C84E6C3B-8D16-4A62-90AC-4A2DDBDD63FC}"/>
          </ac:cxnSpMkLst>
        </pc:cxnChg>
        <pc:cxnChg chg="add mod">
          <ac:chgData name="黒沢　爽次" userId="fae486ef-0c84-45a4-a237-2d2b758b0e89" providerId="ADAL" clId="{64A8C56E-7B60-49D6-AD88-22DC8C2BC8B6}" dt="2026-06-03T03:30:49.562" v="1902" actId="14100"/>
          <ac:cxnSpMkLst>
            <pc:docMk/>
            <pc:sldMk cId="1148238646" sldId="268"/>
            <ac:cxnSpMk id="54" creationId="{7993B58A-438E-4DB0-9E3B-462B50EB8B1A}"/>
          </ac:cxnSpMkLst>
        </pc:cxnChg>
      </pc:sldChg>
      <pc:sldChg chg="addSp delSp modSp new mod">
        <pc:chgData name="黒沢　爽次" userId="fae486ef-0c84-45a4-a237-2d2b758b0e89" providerId="ADAL" clId="{64A8C56E-7B60-49D6-AD88-22DC8C2BC8B6}" dt="2026-06-03T03:32:26.601" v="1965" actId="20577"/>
        <pc:sldMkLst>
          <pc:docMk/>
          <pc:sldMk cId="2202017368" sldId="269"/>
        </pc:sldMkLst>
        <pc:spChg chg="del">
          <ac:chgData name="黒沢　爽次" userId="fae486ef-0c84-45a4-a237-2d2b758b0e89" providerId="ADAL" clId="{64A8C56E-7B60-49D6-AD88-22DC8C2BC8B6}" dt="2026-06-03T03:31:24.888" v="1904" actId="478"/>
          <ac:spMkLst>
            <pc:docMk/>
            <pc:sldMk cId="2202017368" sldId="269"/>
            <ac:spMk id="2" creationId="{FF8BDBBC-28F8-4917-8F92-1FFB58CBE6E2}"/>
          </ac:spMkLst>
        </pc:spChg>
        <pc:spChg chg="del">
          <ac:chgData name="黒沢　爽次" userId="fae486ef-0c84-45a4-a237-2d2b758b0e89" providerId="ADAL" clId="{64A8C56E-7B60-49D6-AD88-22DC8C2BC8B6}" dt="2026-06-03T03:31:24.888" v="1904" actId="478"/>
          <ac:spMkLst>
            <pc:docMk/>
            <pc:sldMk cId="2202017368" sldId="269"/>
            <ac:spMk id="3" creationId="{5FA73FC8-DC94-43E3-B666-A870B637A40F}"/>
          </ac:spMkLst>
        </pc:spChg>
        <pc:spChg chg="add mod">
          <ac:chgData name="黒沢　爽次" userId="fae486ef-0c84-45a4-a237-2d2b758b0e89" providerId="ADAL" clId="{64A8C56E-7B60-49D6-AD88-22DC8C2BC8B6}" dt="2026-06-03T03:31:38.479" v="1915" actId="20577"/>
          <ac:spMkLst>
            <pc:docMk/>
            <pc:sldMk cId="2202017368" sldId="269"/>
            <ac:spMk id="4" creationId="{77354E2C-C6B4-4655-94ED-6DF93D5F2357}"/>
          </ac:spMkLst>
        </pc:spChg>
        <pc:spChg chg="add mod">
          <ac:chgData name="黒沢　爽次" userId="fae486ef-0c84-45a4-a237-2d2b758b0e89" providerId="ADAL" clId="{64A8C56E-7B60-49D6-AD88-22DC8C2BC8B6}" dt="2026-06-03T03:31:34.115" v="1905"/>
          <ac:spMkLst>
            <pc:docMk/>
            <pc:sldMk cId="2202017368" sldId="269"/>
            <ac:spMk id="5" creationId="{1E0391C5-68D9-43CE-93F6-44DDAB8F2F3E}"/>
          </ac:spMkLst>
        </pc:spChg>
        <pc:spChg chg="add mod">
          <ac:chgData name="黒沢　爽次" userId="fae486ef-0c84-45a4-a237-2d2b758b0e89" providerId="ADAL" clId="{64A8C56E-7B60-49D6-AD88-22DC8C2BC8B6}" dt="2026-06-03T03:31:43.258" v="1921" actId="20577"/>
          <ac:spMkLst>
            <pc:docMk/>
            <pc:sldMk cId="2202017368" sldId="269"/>
            <ac:spMk id="6" creationId="{4B8DE059-9A3A-40F7-9CEB-696749872ABD}"/>
          </ac:spMkLst>
        </pc:spChg>
        <pc:spChg chg="add mod">
          <ac:chgData name="黒沢　爽次" userId="fae486ef-0c84-45a4-a237-2d2b758b0e89" providerId="ADAL" clId="{64A8C56E-7B60-49D6-AD88-22DC8C2BC8B6}" dt="2026-06-03T03:31:52.645" v="1927" actId="20577"/>
          <ac:spMkLst>
            <pc:docMk/>
            <pc:sldMk cId="2202017368" sldId="269"/>
            <ac:spMk id="7" creationId="{B752E280-08C2-425D-BE71-389A8AF0BD64}"/>
          </ac:spMkLst>
        </pc:spChg>
        <pc:spChg chg="add mod">
          <ac:chgData name="黒沢　爽次" userId="fae486ef-0c84-45a4-a237-2d2b758b0e89" providerId="ADAL" clId="{64A8C56E-7B60-49D6-AD88-22DC8C2BC8B6}" dt="2026-06-03T03:31:55.137" v="1930" actId="20577"/>
          <ac:spMkLst>
            <pc:docMk/>
            <pc:sldMk cId="2202017368" sldId="269"/>
            <ac:spMk id="8" creationId="{BFFD5754-F0EE-4528-8DD5-A2A9C6CA5F53}"/>
          </ac:spMkLst>
        </pc:spChg>
        <pc:spChg chg="add mod">
          <ac:chgData name="黒沢　爽次" userId="fae486ef-0c84-45a4-a237-2d2b758b0e89" providerId="ADAL" clId="{64A8C56E-7B60-49D6-AD88-22DC8C2BC8B6}" dt="2026-06-03T03:31:58.138" v="1933" actId="20577"/>
          <ac:spMkLst>
            <pc:docMk/>
            <pc:sldMk cId="2202017368" sldId="269"/>
            <ac:spMk id="9" creationId="{1C986CEE-1A8B-48C5-ADD8-8109A4B1DC7F}"/>
          </ac:spMkLst>
        </pc:spChg>
        <pc:spChg chg="add mod">
          <ac:chgData name="黒沢　爽次" userId="fae486ef-0c84-45a4-a237-2d2b758b0e89" providerId="ADAL" clId="{64A8C56E-7B60-49D6-AD88-22DC8C2BC8B6}" dt="2026-06-03T03:32:07.906" v="1946" actId="20577"/>
          <ac:spMkLst>
            <pc:docMk/>
            <pc:sldMk cId="2202017368" sldId="269"/>
            <ac:spMk id="10" creationId="{AE06A61E-5CD5-45F7-8307-8BBF5FA6E746}"/>
          </ac:spMkLst>
        </pc:spChg>
        <pc:graphicFrameChg chg="add mod modGraphic">
          <ac:chgData name="黒沢　爽次" userId="fae486ef-0c84-45a4-a237-2d2b758b0e89" providerId="ADAL" clId="{64A8C56E-7B60-49D6-AD88-22DC8C2BC8B6}" dt="2026-06-03T03:32:26.601" v="1965" actId="20577"/>
          <ac:graphicFrameMkLst>
            <pc:docMk/>
            <pc:sldMk cId="2202017368" sldId="269"/>
            <ac:graphicFrameMk id="11" creationId="{5990F362-EDC5-4DCE-886A-BE1AF361EE84}"/>
          </ac:graphicFrameMkLst>
        </pc:graphicFrameChg>
      </pc:sldChg>
      <pc:sldMasterChg chg="addSldLayout">
        <pc:chgData name="黒沢　爽次" userId="fae486ef-0c84-45a4-a237-2d2b758b0e89" providerId="ADAL" clId="{64A8C56E-7B60-49D6-AD88-22DC8C2BC8B6}" dt="2026-06-02T03:16:17.663" v="0" actId="680"/>
        <pc:sldMasterMkLst>
          <pc:docMk/>
          <pc:sldMasterMk cId="619007281" sldId="2147483648"/>
        </pc:sldMasterMkLst>
        <pc:sldLayoutChg chg="add">
          <pc:chgData name="黒沢　爽次" userId="fae486ef-0c84-45a4-a237-2d2b758b0e89" providerId="ADAL" clId="{64A8C56E-7B60-49D6-AD88-22DC8C2BC8B6}" dt="2026-06-02T03:16:17.663" v="0" actId="680"/>
          <pc:sldLayoutMkLst>
            <pc:docMk/>
            <pc:sldMasterMk cId="619007281" sldId="2147483648"/>
            <pc:sldLayoutMk cId="1148633893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E2CA4B-5230-4CA4-B022-36CF39804D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59319F7-2C3A-48BE-9E07-F775ADD597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148633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9007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79BE213-15D4-4F1E-A8C5-0EA1252A96F1}"/>
              </a:ext>
            </a:extLst>
          </p:cNvPr>
          <p:cNvSpPr txBox="1"/>
          <p:nvPr/>
        </p:nvSpPr>
        <p:spPr>
          <a:xfrm>
            <a:off x="2636322" y="1397675"/>
            <a:ext cx="185820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タイトル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メイン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オプション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マッチング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キャラ選択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勝利条件選択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対戦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リザルト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8FF344E-63E8-4901-88BF-9FCC54F5E7EA}"/>
              </a:ext>
            </a:extLst>
          </p:cNvPr>
          <p:cNvSpPr txBox="1"/>
          <p:nvPr/>
        </p:nvSpPr>
        <p:spPr>
          <a:xfrm>
            <a:off x="2030680" y="89891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必須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982E25B-14D5-4514-AE52-8F531DAD36DE}"/>
              </a:ext>
            </a:extLst>
          </p:cNvPr>
          <p:cNvSpPr txBox="1"/>
          <p:nvPr/>
        </p:nvSpPr>
        <p:spPr>
          <a:xfrm>
            <a:off x="2030680" y="409098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余裕あれば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B5D7CA5-1757-4CF4-9220-0A3A7A7FAA49}"/>
              </a:ext>
            </a:extLst>
          </p:cNvPr>
          <p:cNvSpPr txBox="1"/>
          <p:nvPr/>
        </p:nvSpPr>
        <p:spPr>
          <a:xfrm>
            <a:off x="2677011" y="4615889"/>
            <a:ext cx="16273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キャラ図鑑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戦績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6626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43C87E8-1432-41BE-BEA6-3D93EB0A0BD2}"/>
              </a:ext>
            </a:extLst>
          </p:cNvPr>
          <p:cNvSpPr txBox="1"/>
          <p:nvPr/>
        </p:nvSpPr>
        <p:spPr>
          <a:xfrm>
            <a:off x="890650" y="60564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フローチャート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2519178-9746-4F04-A866-4518B1E606C4}"/>
              </a:ext>
            </a:extLst>
          </p:cNvPr>
          <p:cNvSpPr/>
          <p:nvPr/>
        </p:nvSpPr>
        <p:spPr>
          <a:xfrm>
            <a:off x="5324104" y="974973"/>
            <a:ext cx="1543792" cy="5462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タイトル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632FA474-A014-45B8-9B76-F873BF63836F}"/>
              </a:ext>
            </a:extLst>
          </p:cNvPr>
          <p:cNvCxnSpPr>
            <a:cxnSpLocks/>
          </p:cNvCxnSpPr>
          <p:nvPr/>
        </p:nvCxnSpPr>
        <p:spPr>
          <a:xfrm>
            <a:off x="6012873" y="1521238"/>
            <a:ext cx="0" cy="509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1CB7E85-17FB-4FA8-BE2E-573F20BF416D}"/>
              </a:ext>
            </a:extLst>
          </p:cNvPr>
          <p:cNvSpPr/>
          <p:nvPr/>
        </p:nvSpPr>
        <p:spPr>
          <a:xfrm>
            <a:off x="5324104" y="2030681"/>
            <a:ext cx="1543792" cy="5462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マッチング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122E169E-C15C-4E6B-B313-666C0163165D}"/>
              </a:ext>
            </a:extLst>
          </p:cNvPr>
          <p:cNvCxnSpPr>
            <a:cxnSpLocks/>
          </p:cNvCxnSpPr>
          <p:nvPr/>
        </p:nvCxnSpPr>
        <p:spPr>
          <a:xfrm flipV="1">
            <a:off x="6224649" y="1521238"/>
            <a:ext cx="0" cy="5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24974BB3-4CFD-4BB4-833C-047B1724FB41}"/>
              </a:ext>
            </a:extLst>
          </p:cNvPr>
          <p:cNvCxnSpPr>
            <a:cxnSpLocks/>
          </p:cNvCxnSpPr>
          <p:nvPr/>
        </p:nvCxnSpPr>
        <p:spPr>
          <a:xfrm>
            <a:off x="6096000" y="2576946"/>
            <a:ext cx="0" cy="509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3E2968B-7313-41F0-881A-286267630491}"/>
              </a:ext>
            </a:extLst>
          </p:cNvPr>
          <p:cNvSpPr/>
          <p:nvPr/>
        </p:nvSpPr>
        <p:spPr>
          <a:xfrm>
            <a:off x="5324104" y="3086389"/>
            <a:ext cx="1543792" cy="5462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</a:rPr>
              <a:t>勝利条件選択</a:t>
            </a:r>
            <a:endParaRPr kumimoji="1" lang="en-US" altLang="ja-JP" sz="1600" dirty="0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E5FD880-AEE8-424A-816A-7F70C69B74BC}"/>
              </a:ext>
            </a:extLst>
          </p:cNvPr>
          <p:cNvSpPr/>
          <p:nvPr/>
        </p:nvSpPr>
        <p:spPr>
          <a:xfrm>
            <a:off x="5324104" y="4142097"/>
            <a:ext cx="1543792" cy="5462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</a:rPr>
              <a:t>対戦</a:t>
            </a:r>
            <a:endParaRPr kumimoji="1" lang="en-US" altLang="ja-JP" sz="1600" dirty="0">
              <a:solidFill>
                <a:schemeClr val="tx1"/>
              </a:solidFill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9CC8DF7D-ED41-49BB-A3F6-0BDACCEDA556}"/>
              </a:ext>
            </a:extLst>
          </p:cNvPr>
          <p:cNvCxnSpPr>
            <a:cxnSpLocks/>
          </p:cNvCxnSpPr>
          <p:nvPr/>
        </p:nvCxnSpPr>
        <p:spPr>
          <a:xfrm>
            <a:off x="6096000" y="3632654"/>
            <a:ext cx="0" cy="509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A636D9A-2F3F-4450-83B5-5D081211672D}"/>
              </a:ext>
            </a:extLst>
          </p:cNvPr>
          <p:cNvSpPr/>
          <p:nvPr/>
        </p:nvSpPr>
        <p:spPr>
          <a:xfrm>
            <a:off x="5324104" y="5197805"/>
            <a:ext cx="1543792" cy="5462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</a:rPr>
              <a:t>リザルト</a:t>
            </a:r>
            <a:endParaRPr kumimoji="1" lang="en-US" altLang="ja-JP" sz="1600" dirty="0">
              <a:solidFill>
                <a:schemeClr val="tx1"/>
              </a:solidFill>
            </a:endParaRP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E8DBCDE4-13E6-448E-B6E8-BE9108E93610}"/>
              </a:ext>
            </a:extLst>
          </p:cNvPr>
          <p:cNvCxnSpPr>
            <a:cxnSpLocks/>
          </p:cNvCxnSpPr>
          <p:nvPr/>
        </p:nvCxnSpPr>
        <p:spPr>
          <a:xfrm>
            <a:off x="6096000" y="4688362"/>
            <a:ext cx="0" cy="509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95D23B05-757E-4B18-8475-6243FB9DCC5D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6867896" y="5470937"/>
            <a:ext cx="423553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6BB650F3-E5DC-45F8-8461-EAAA214BC822}"/>
              </a:ext>
            </a:extLst>
          </p:cNvPr>
          <p:cNvCxnSpPr>
            <a:cxnSpLocks/>
          </p:cNvCxnSpPr>
          <p:nvPr/>
        </p:nvCxnSpPr>
        <p:spPr>
          <a:xfrm flipV="1">
            <a:off x="7291449" y="1248105"/>
            <a:ext cx="0" cy="42228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9B7933A5-7009-4E8A-B45A-434EFE19B466}"/>
              </a:ext>
            </a:extLst>
          </p:cNvPr>
          <p:cNvCxnSpPr>
            <a:cxnSpLocks/>
          </p:cNvCxnSpPr>
          <p:nvPr/>
        </p:nvCxnSpPr>
        <p:spPr>
          <a:xfrm flipH="1">
            <a:off x="6867897" y="1248104"/>
            <a:ext cx="42355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73912A7F-A421-43A0-A8D7-D4856DF61315}"/>
              </a:ext>
            </a:extLst>
          </p:cNvPr>
          <p:cNvCxnSpPr>
            <a:cxnSpLocks/>
          </p:cNvCxnSpPr>
          <p:nvPr/>
        </p:nvCxnSpPr>
        <p:spPr>
          <a:xfrm flipH="1">
            <a:off x="4225144" y="1536589"/>
            <a:ext cx="1276597" cy="487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7B4A045F-47F6-4778-B0D1-5223DA6A0403}"/>
              </a:ext>
            </a:extLst>
          </p:cNvPr>
          <p:cNvSpPr/>
          <p:nvPr/>
        </p:nvSpPr>
        <p:spPr>
          <a:xfrm>
            <a:off x="3163786" y="2030680"/>
            <a:ext cx="1543792" cy="5462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キャラ選択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5130DB17-3BE8-41F1-8D6E-3B1A205FC13A}"/>
              </a:ext>
            </a:extLst>
          </p:cNvPr>
          <p:cNvCxnSpPr>
            <a:cxnSpLocks/>
          </p:cNvCxnSpPr>
          <p:nvPr/>
        </p:nvCxnSpPr>
        <p:spPr>
          <a:xfrm flipV="1">
            <a:off x="3723908" y="1389413"/>
            <a:ext cx="1600196" cy="641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13B14A50-EE2D-43D6-B328-A477508D2683}"/>
              </a:ext>
            </a:extLst>
          </p:cNvPr>
          <p:cNvSpPr/>
          <p:nvPr/>
        </p:nvSpPr>
        <p:spPr>
          <a:xfrm>
            <a:off x="984668" y="2030680"/>
            <a:ext cx="1543792" cy="5462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オプション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C2001B47-3A35-4191-9F0D-DC6601F04139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2059386" y="1248106"/>
            <a:ext cx="3264718" cy="776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E54E7643-DA6E-46AB-9BF2-4A80688AA5A5}"/>
              </a:ext>
            </a:extLst>
          </p:cNvPr>
          <p:cNvCxnSpPr>
            <a:cxnSpLocks/>
          </p:cNvCxnSpPr>
          <p:nvPr/>
        </p:nvCxnSpPr>
        <p:spPr>
          <a:xfrm flipV="1">
            <a:off x="1486295" y="1113930"/>
            <a:ext cx="3837809" cy="910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011A419F-B565-4EAE-AF7D-4F171A1D7AE1}"/>
              </a:ext>
            </a:extLst>
          </p:cNvPr>
          <p:cNvSpPr/>
          <p:nvPr/>
        </p:nvSpPr>
        <p:spPr>
          <a:xfrm>
            <a:off x="9828810" y="2024559"/>
            <a:ext cx="1543792" cy="5462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戦績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C22E0227-6F16-40D6-941F-39A718A6D121}"/>
              </a:ext>
            </a:extLst>
          </p:cNvPr>
          <p:cNvSpPr/>
          <p:nvPr/>
        </p:nvSpPr>
        <p:spPr>
          <a:xfrm>
            <a:off x="7649692" y="2024559"/>
            <a:ext cx="1543792" cy="5462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練習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F454F00A-06B9-48CE-B0C0-74F9713DF858}"/>
              </a:ext>
            </a:extLst>
          </p:cNvPr>
          <p:cNvCxnSpPr>
            <a:cxnSpLocks/>
          </p:cNvCxnSpPr>
          <p:nvPr/>
        </p:nvCxnSpPr>
        <p:spPr>
          <a:xfrm>
            <a:off x="6867896" y="1386226"/>
            <a:ext cx="1723503" cy="622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148BF39D-9357-4FB0-8542-13460512921A}"/>
              </a:ext>
            </a:extLst>
          </p:cNvPr>
          <p:cNvCxnSpPr>
            <a:cxnSpLocks/>
          </p:cNvCxnSpPr>
          <p:nvPr/>
        </p:nvCxnSpPr>
        <p:spPr>
          <a:xfrm flipH="1" flipV="1">
            <a:off x="6780317" y="1536590"/>
            <a:ext cx="1309846" cy="478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C84E6C3B-8D16-4A62-90AC-4A2DDBDD63FC}"/>
              </a:ext>
            </a:extLst>
          </p:cNvPr>
          <p:cNvCxnSpPr>
            <a:cxnSpLocks/>
          </p:cNvCxnSpPr>
          <p:nvPr/>
        </p:nvCxnSpPr>
        <p:spPr>
          <a:xfrm>
            <a:off x="6807036" y="1013769"/>
            <a:ext cx="4011385" cy="995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7993B58A-438E-4DB0-9E3B-462B50EB8B1A}"/>
              </a:ext>
            </a:extLst>
          </p:cNvPr>
          <p:cNvCxnSpPr>
            <a:cxnSpLocks/>
          </p:cNvCxnSpPr>
          <p:nvPr/>
        </p:nvCxnSpPr>
        <p:spPr>
          <a:xfrm flipH="1" flipV="1">
            <a:off x="6867895" y="1113930"/>
            <a:ext cx="3558640" cy="895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238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A2DDECC-ECC3-4F18-A604-21BF70833EAD}"/>
              </a:ext>
            </a:extLst>
          </p:cNvPr>
          <p:cNvSpPr txBox="1"/>
          <p:nvPr/>
        </p:nvSpPr>
        <p:spPr>
          <a:xfrm>
            <a:off x="1068779" y="100940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タイトル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DE0AE0A-B76C-4D15-AE15-92C4D7FAD2F2}"/>
              </a:ext>
            </a:extLst>
          </p:cNvPr>
          <p:cNvSpPr/>
          <p:nvPr/>
        </p:nvSpPr>
        <p:spPr>
          <a:xfrm>
            <a:off x="1888178" y="2018805"/>
            <a:ext cx="7517080" cy="43226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B50C9F1-A984-4A58-B5BF-A43A00475759}"/>
              </a:ext>
            </a:extLst>
          </p:cNvPr>
          <p:cNvSpPr/>
          <p:nvPr/>
        </p:nvSpPr>
        <p:spPr>
          <a:xfrm>
            <a:off x="2786742" y="3182587"/>
            <a:ext cx="5486400" cy="16506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タイトル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3FE237F-0A19-4239-9601-E81C8488FA25}"/>
              </a:ext>
            </a:extLst>
          </p:cNvPr>
          <p:cNvSpPr/>
          <p:nvPr/>
        </p:nvSpPr>
        <p:spPr>
          <a:xfrm>
            <a:off x="3645725" y="5130140"/>
            <a:ext cx="3895106" cy="3431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PRESS B BUTTON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1022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00315C2-4B22-44EC-88AF-6ADA94F7DC58}"/>
              </a:ext>
            </a:extLst>
          </p:cNvPr>
          <p:cNvSpPr txBox="1"/>
          <p:nvPr/>
        </p:nvSpPr>
        <p:spPr>
          <a:xfrm>
            <a:off x="665018" y="95002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メイン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3E606B5-A1FD-46E7-8FF0-BEB3C00062E2}"/>
              </a:ext>
            </a:extLst>
          </p:cNvPr>
          <p:cNvSpPr/>
          <p:nvPr/>
        </p:nvSpPr>
        <p:spPr>
          <a:xfrm>
            <a:off x="771897" y="1721922"/>
            <a:ext cx="7517080" cy="43226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5041455A-AF7B-422B-B49A-8BFD3DB98D9E}"/>
              </a:ext>
            </a:extLst>
          </p:cNvPr>
          <p:cNvSpPr/>
          <p:nvPr/>
        </p:nvSpPr>
        <p:spPr>
          <a:xfrm>
            <a:off x="1425034" y="2650591"/>
            <a:ext cx="2125687" cy="29981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選択中のキャラクター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7A1C660-A3C6-4CF7-9272-BCE9FD798291}"/>
              </a:ext>
            </a:extLst>
          </p:cNvPr>
          <p:cNvSpPr/>
          <p:nvPr/>
        </p:nvSpPr>
        <p:spPr>
          <a:xfrm>
            <a:off x="4417620" y="2186257"/>
            <a:ext cx="1591293" cy="16969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バトル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31ED5AD-F2F0-48A8-84A6-AB3862852905}"/>
              </a:ext>
            </a:extLst>
          </p:cNvPr>
          <p:cNvSpPr/>
          <p:nvPr/>
        </p:nvSpPr>
        <p:spPr>
          <a:xfrm>
            <a:off x="4417619" y="4110059"/>
            <a:ext cx="1591293" cy="16969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キャラクター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A639098-03BF-4627-9024-18382B62CF1C}"/>
              </a:ext>
            </a:extLst>
          </p:cNvPr>
          <p:cNvSpPr/>
          <p:nvPr/>
        </p:nvSpPr>
        <p:spPr>
          <a:xfrm>
            <a:off x="6234542" y="3466813"/>
            <a:ext cx="1591293" cy="10675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オプション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151C937-8C35-403A-A6A3-7113D302B452}"/>
              </a:ext>
            </a:extLst>
          </p:cNvPr>
          <p:cNvSpPr/>
          <p:nvPr/>
        </p:nvSpPr>
        <p:spPr>
          <a:xfrm>
            <a:off x="6234541" y="4747369"/>
            <a:ext cx="1591293" cy="10675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戦績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687E5BC-780A-4255-884C-3DFCB8AE5BCB}"/>
              </a:ext>
            </a:extLst>
          </p:cNvPr>
          <p:cNvSpPr/>
          <p:nvPr/>
        </p:nvSpPr>
        <p:spPr>
          <a:xfrm>
            <a:off x="6234540" y="2186257"/>
            <a:ext cx="1591293" cy="10675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練習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8B357F3-4E27-4F42-A0FE-764683A1B5E4}"/>
              </a:ext>
            </a:extLst>
          </p:cNvPr>
          <p:cNvSpPr/>
          <p:nvPr/>
        </p:nvSpPr>
        <p:spPr>
          <a:xfrm>
            <a:off x="1103599" y="1996850"/>
            <a:ext cx="2565876" cy="3788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レベル・経験値</a:t>
            </a:r>
          </a:p>
        </p:txBody>
      </p:sp>
      <p:graphicFrame>
        <p:nvGraphicFramePr>
          <p:cNvPr id="14" name="表 14">
            <a:extLst>
              <a:ext uri="{FF2B5EF4-FFF2-40B4-BE49-F238E27FC236}">
                <a16:creationId xmlns:a16="http://schemas.microsoft.com/office/drawing/2014/main" id="{62172B09-3E02-4868-891D-FCC55766E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99381"/>
              </p:ext>
            </p:extLst>
          </p:nvPr>
        </p:nvGraphicFramePr>
        <p:xfrm>
          <a:off x="8514604" y="1721921"/>
          <a:ext cx="3443844" cy="4390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7948">
                  <a:extLst>
                    <a:ext uri="{9D8B030D-6E8A-4147-A177-3AD203B41FA5}">
                      <a16:colId xmlns:a16="http://schemas.microsoft.com/office/drawing/2014/main" val="3295246977"/>
                    </a:ext>
                  </a:extLst>
                </a:gridCol>
                <a:gridCol w="1147948">
                  <a:extLst>
                    <a:ext uri="{9D8B030D-6E8A-4147-A177-3AD203B41FA5}">
                      <a16:colId xmlns:a16="http://schemas.microsoft.com/office/drawing/2014/main" val="4116362566"/>
                    </a:ext>
                  </a:extLst>
                </a:gridCol>
                <a:gridCol w="1147948">
                  <a:extLst>
                    <a:ext uri="{9D8B030D-6E8A-4147-A177-3AD203B41FA5}">
                      <a16:colId xmlns:a16="http://schemas.microsoft.com/office/drawing/2014/main" val="2106011476"/>
                    </a:ext>
                  </a:extLst>
                </a:gridCol>
              </a:tblGrid>
              <a:tr h="617517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キーボード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ゲームパッド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動作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496166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十字キー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左スティック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カーソル移動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830904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Z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B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決定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678046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タイトルへ戻る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448027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625931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268013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394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033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DF0773D-CED1-41D0-9E05-A7590002AD98}"/>
              </a:ext>
            </a:extLst>
          </p:cNvPr>
          <p:cNvSpPr txBox="1"/>
          <p:nvPr/>
        </p:nvSpPr>
        <p:spPr>
          <a:xfrm>
            <a:off x="1947553" y="112815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キャラ選択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63D0D9D-BFAD-4C42-BD10-5FC4047E0A1A}"/>
              </a:ext>
            </a:extLst>
          </p:cNvPr>
          <p:cNvSpPr/>
          <p:nvPr/>
        </p:nvSpPr>
        <p:spPr>
          <a:xfrm>
            <a:off x="665019" y="1935678"/>
            <a:ext cx="7517080" cy="43226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7D2745B4-6DDE-4BA4-A42D-E1DF162F67B6}"/>
              </a:ext>
            </a:extLst>
          </p:cNvPr>
          <p:cNvSpPr/>
          <p:nvPr/>
        </p:nvSpPr>
        <p:spPr>
          <a:xfrm>
            <a:off x="1738850" y="2597901"/>
            <a:ext cx="2125687" cy="29981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選択中のキャラクター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EE5427A-C1E8-4768-9AAE-E3FE0228CD53}"/>
              </a:ext>
            </a:extLst>
          </p:cNvPr>
          <p:cNvSpPr/>
          <p:nvPr/>
        </p:nvSpPr>
        <p:spPr>
          <a:xfrm>
            <a:off x="4872841" y="2802577"/>
            <a:ext cx="2798618" cy="2161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ステータス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9F6971CA-6E2E-4107-8F33-3DE3BC936BE9}"/>
              </a:ext>
            </a:extLst>
          </p:cNvPr>
          <p:cNvSpPr/>
          <p:nvPr/>
        </p:nvSpPr>
        <p:spPr>
          <a:xfrm>
            <a:off x="910661" y="4963886"/>
            <a:ext cx="828189" cy="9144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キャラ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8A22918C-A955-4DD6-9ADF-8BED5624CC85}"/>
              </a:ext>
            </a:extLst>
          </p:cNvPr>
          <p:cNvSpPr/>
          <p:nvPr/>
        </p:nvSpPr>
        <p:spPr>
          <a:xfrm>
            <a:off x="3823859" y="4963886"/>
            <a:ext cx="828189" cy="9144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キャラ</a:t>
            </a:r>
          </a:p>
        </p:txBody>
      </p:sp>
      <p:graphicFrame>
        <p:nvGraphicFramePr>
          <p:cNvPr id="12" name="表 14">
            <a:extLst>
              <a:ext uri="{FF2B5EF4-FFF2-40B4-BE49-F238E27FC236}">
                <a16:creationId xmlns:a16="http://schemas.microsoft.com/office/drawing/2014/main" id="{8759893F-BB97-434E-8E23-E9ED9326A0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140924"/>
              </p:ext>
            </p:extLst>
          </p:nvPr>
        </p:nvGraphicFramePr>
        <p:xfrm>
          <a:off x="8514604" y="1721921"/>
          <a:ext cx="3443844" cy="4390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7948">
                  <a:extLst>
                    <a:ext uri="{9D8B030D-6E8A-4147-A177-3AD203B41FA5}">
                      <a16:colId xmlns:a16="http://schemas.microsoft.com/office/drawing/2014/main" val="3295246977"/>
                    </a:ext>
                  </a:extLst>
                </a:gridCol>
                <a:gridCol w="1147948">
                  <a:extLst>
                    <a:ext uri="{9D8B030D-6E8A-4147-A177-3AD203B41FA5}">
                      <a16:colId xmlns:a16="http://schemas.microsoft.com/office/drawing/2014/main" val="4116362566"/>
                    </a:ext>
                  </a:extLst>
                </a:gridCol>
                <a:gridCol w="1147948">
                  <a:extLst>
                    <a:ext uri="{9D8B030D-6E8A-4147-A177-3AD203B41FA5}">
                      <a16:colId xmlns:a16="http://schemas.microsoft.com/office/drawing/2014/main" val="2106011476"/>
                    </a:ext>
                  </a:extLst>
                </a:gridCol>
              </a:tblGrid>
              <a:tr h="617517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キーボード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ゲームパッド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動作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496166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十字キー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左スティック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キャラ変更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830904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Z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B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決定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678046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タイトルへ戻る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448027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625931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268013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394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1957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7354E2C-C6B4-4655-94ED-6DF93D5F2357}"/>
              </a:ext>
            </a:extLst>
          </p:cNvPr>
          <p:cNvSpPr txBox="1"/>
          <p:nvPr/>
        </p:nvSpPr>
        <p:spPr>
          <a:xfrm>
            <a:off x="1579418" y="148441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練習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E0391C5-68D9-43CE-93F6-44DDAB8F2F3E}"/>
              </a:ext>
            </a:extLst>
          </p:cNvPr>
          <p:cNvSpPr/>
          <p:nvPr/>
        </p:nvSpPr>
        <p:spPr>
          <a:xfrm>
            <a:off x="712521" y="1853748"/>
            <a:ext cx="7517080" cy="43226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B8DE059-9A3A-40F7-9CEB-696749872ABD}"/>
              </a:ext>
            </a:extLst>
          </p:cNvPr>
          <p:cNvSpPr/>
          <p:nvPr/>
        </p:nvSpPr>
        <p:spPr>
          <a:xfrm>
            <a:off x="1033153" y="2305011"/>
            <a:ext cx="2933206" cy="6768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練習１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752E280-08C2-425D-BE71-389A8AF0BD64}"/>
              </a:ext>
            </a:extLst>
          </p:cNvPr>
          <p:cNvSpPr/>
          <p:nvPr/>
        </p:nvSpPr>
        <p:spPr>
          <a:xfrm>
            <a:off x="1033153" y="3144200"/>
            <a:ext cx="2933206" cy="6768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練習２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FFD5754-F0EE-4528-8DD5-A2A9C6CA5F53}"/>
              </a:ext>
            </a:extLst>
          </p:cNvPr>
          <p:cNvSpPr/>
          <p:nvPr/>
        </p:nvSpPr>
        <p:spPr>
          <a:xfrm>
            <a:off x="1033153" y="3987345"/>
            <a:ext cx="2933206" cy="6768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練習３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C986CEE-1A8B-48C5-ADD8-8109A4B1DC7F}"/>
              </a:ext>
            </a:extLst>
          </p:cNvPr>
          <p:cNvSpPr/>
          <p:nvPr/>
        </p:nvSpPr>
        <p:spPr>
          <a:xfrm>
            <a:off x="1033153" y="4829295"/>
            <a:ext cx="2933206" cy="6768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練習４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E06A61E-5CD5-45F7-8307-8BBF5FA6E746}"/>
              </a:ext>
            </a:extLst>
          </p:cNvPr>
          <p:cNvSpPr/>
          <p:nvPr/>
        </p:nvSpPr>
        <p:spPr>
          <a:xfrm>
            <a:off x="4471061" y="2305011"/>
            <a:ext cx="3188524" cy="32011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内容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graphicFrame>
        <p:nvGraphicFramePr>
          <p:cNvPr id="11" name="表 14">
            <a:extLst>
              <a:ext uri="{FF2B5EF4-FFF2-40B4-BE49-F238E27FC236}">
                <a16:creationId xmlns:a16="http://schemas.microsoft.com/office/drawing/2014/main" id="{5990F362-EDC5-4DCE-886A-BE1AF361EE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628120"/>
              </p:ext>
            </p:extLst>
          </p:nvPr>
        </p:nvGraphicFramePr>
        <p:xfrm>
          <a:off x="8514604" y="1721921"/>
          <a:ext cx="3443844" cy="4390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7948">
                  <a:extLst>
                    <a:ext uri="{9D8B030D-6E8A-4147-A177-3AD203B41FA5}">
                      <a16:colId xmlns:a16="http://schemas.microsoft.com/office/drawing/2014/main" val="3295246977"/>
                    </a:ext>
                  </a:extLst>
                </a:gridCol>
                <a:gridCol w="1147948">
                  <a:extLst>
                    <a:ext uri="{9D8B030D-6E8A-4147-A177-3AD203B41FA5}">
                      <a16:colId xmlns:a16="http://schemas.microsoft.com/office/drawing/2014/main" val="4116362566"/>
                    </a:ext>
                  </a:extLst>
                </a:gridCol>
                <a:gridCol w="1147948">
                  <a:extLst>
                    <a:ext uri="{9D8B030D-6E8A-4147-A177-3AD203B41FA5}">
                      <a16:colId xmlns:a16="http://schemas.microsoft.com/office/drawing/2014/main" val="2106011476"/>
                    </a:ext>
                  </a:extLst>
                </a:gridCol>
              </a:tblGrid>
              <a:tr h="617517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キーボード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ゲームパッド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動作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496166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十字キー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左スティック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カーソル移動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830904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Z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B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決定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678046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タイトルへ戻る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448027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625931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268013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394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2017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EE49DF3-66E2-4517-925D-A1E2BDEED424}"/>
              </a:ext>
            </a:extLst>
          </p:cNvPr>
          <p:cNvSpPr txBox="1"/>
          <p:nvPr/>
        </p:nvSpPr>
        <p:spPr>
          <a:xfrm>
            <a:off x="1579418" y="14844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オプション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56F1BFA-4919-43B4-A901-A3914035D78D}"/>
              </a:ext>
            </a:extLst>
          </p:cNvPr>
          <p:cNvSpPr/>
          <p:nvPr/>
        </p:nvSpPr>
        <p:spPr>
          <a:xfrm>
            <a:off x="712521" y="1853748"/>
            <a:ext cx="7517080" cy="43226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C121247-DCCB-411A-B40F-2F909C98C985}"/>
              </a:ext>
            </a:extLst>
          </p:cNvPr>
          <p:cNvSpPr/>
          <p:nvPr/>
        </p:nvSpPr>
        <p:spPr>
          <a:xfrm>
            <a:off x="1033153" y="2305011"/>
            <a:ext cx="2933206" cy="6768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サウンド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7BD6A2B-AF3E-4545-8E9D-1108F0903524}"/>
              </a:ext>
            </a:extLst>
          </p:cNvPr>
          <p:cNvSpPr/>
          <p:nvPr/>
        </p:nvSpPr>
        <p:spPr>
          <a:xfrm>
            <a:off x="1033153" y="3144200"/>
            <a:ext cx="2933206" cy="6768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画面設定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212A6D8-0B59-4730-B28B-51955E807BC9}"/>
              </a:ext>
            </a:extLst>
          </p:cNvPr>
          <p:cNvSpPr/>
          <p:nvPr/>
        </p:nvSpPr>
        <p:spPr>
          <a:xfrm>
            <a:off x="1033153" y="3987345"/>
            <a:ext cx="2933206" cy="6768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操作設定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ED6A77D-836B-4C3A-AD6B-EC0655A820B3}"/>
              </a:ext>
            </a:extLst>
          </p:cNvPr>
          <p:cNvSpPr/>
          <p:nvPr/>
        </p:nvSpPr>
        <p:spPr>
          <a:xfrm>
            <a:off x="1033153" y="4829295"/>
            <a:ext cx="2933206" cy="6768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登録情報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6A40B28-B7DE-4D5E-9E20-0C168A412782}"/>
              </a:ext>
            </a:extLst>
          </p:cNvPr>
          <p:cNvSpPr/>
          <p:nvPr/>
        </p:nvSpPr>
        <p:spPr>
          <a:xfrm>
            <a:off x="4471061" y="2305011"/>
            <a:ext cx="3188524" cy="32011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詳細</a:t>
            </a:r>
          </a:p>
        </p:txBody>
      </p:sp>
      <p:graphicFrame>
        <p:nvGraphicFramePr>
          <p:cNvPr id="12" name="表 14">
            <a:extLst>
              <a:ext uri="{FF2B5EF4-FFF2-40B4-BE49-F238E27FC236}">
                <a16:creationId xmlns:a16="http://schemas.microsoft.com/office/drawing/2014/main" id="{15D52274-E5DA-4D08-AF89-BEE016CC6A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624518"/>
              </p:ext>
            </p:extLst>
          </p:nvPr>
        </p:nvGraphicFramePr>
        <p:xfrm>
          <a:off x="8514604" y="1721921"/>
          <a:ext cx="3443844" cy="4390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7948">
                  <a:extLst>
                    <a:ext uri="{9D8B030D-6E8A-4147-A177-3AD203B41FA5}">
                      <a16:colId xmlns:a16="http://schemas.microsoft.com/office/drawing/2014/main" val="3295246977"/>
                    </a:ext>
                  </a:extLst>
                </a:gridCol>
                <a:gridCol w="1147948">
                  <a:extLst>
                    <a:ext uri="{9D8B030D-6E8A-4147-A177-3AD203B41FA5}">
                      <a16:colId xmlns:a16="http://schemas.microsoft.com/office/drawing/2014/main" val="4116362566"/>
                    </a:ext>
                  </a:extLst>
                </a:gridCol>
                <a:gridCol w="1147948">
                  <a:extLst>
                    <a:ext uri="{9D8B030D-6E8A-4147-A177-3AD203B41FA5}">
                      <a16:colId xmlns:a16="http://schemas.microsoft.com/office/drawing/2014/main" val="2106011476"/>
                    </a:ext>
                  </a:extLst>
                </a:gridCol>
              </a:tblGrid>
              <a:tr h="617517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キーボード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ゲームパッド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動作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496166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十字キー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左スティック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カーソル移動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830904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Z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B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決定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678046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タイトルへ戻る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448027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625931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268013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394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6514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1E5EE3E-BB7B-4033-B0B3-AD654E07298D}"/>
              </a:ext>
            </a:extLst>
          </p:cNvPr>
          <p:cNvSpPr/>
          <p:nvPr/>
        </p:nvSpPr>
        <p:spPr>
          <a:xfrm>
            <a:off x="1033153" y="2223079"/>
            <a:ext cx="6317673" cy="14582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C7BBB5E-1CB3-4BEA-9457-0DE390529EFB}"/>
              </a:ext>
            </a:extLst>
          </p:cNvPr>
          <p:cNvSpPr txBox="1"/>
          <p:nvPr/>
        </p:nvSpPr>
        <p:spPr>
          <a:xfrm>
            <a:off x="1579418" y="148441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戦績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460D7D2-A9F6-47BF-9D62-CD88D8EDBBF6}"/>
              </a:ext>
            </a:extLst>
          </p:cNvPr>
          <p:cNvSpPr/>
          <p:nvPr/>
        </p:nvSpPr>
        <p:spPr>
          <a:xfrm>
            <a:off x="712521" y="1853747"/>
            <a:ext cx="7517080" cy="4351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7C8B0FF-F6B3-47DE-831D-C61BA6634AC0}"/>
              </a:ext>
            </a:extLst>
          </p:cNvPr>
          <p:cNvSpPr/>
          <p:nvPr/>
        </p:nvSpPr>
        <p:spPr>
          <a:xfrm>
            <a:off x="1151905" y="2303813"/>
            <a:ext cx="914400" cy="6768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自分のキャラ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661E22D-CA92-47E5-9D8B-A2D62242C099}"/>
              </a:ext>
            </a:extLst>
          </p:cNvPr>
          <p:cNvSpPr/>
          <p:nvPr/>
        </p:nvSpPr>
        <p:spPr>
          <a:xfrm>
            <a:off x="2580902" y="2303813"/>
            <a:ext cx="914400" cy="6768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相手のキャラ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A88613B-38E3-4983-9ED9-E4E42F84D7A6}"/>
              </a:ext>
            </a:extLst>
          </p:cNvPr>
          <p:cNvSpPr/>
          <p:nvPr/>
        </p:nvSpPr>
        <p:spPr>
          <a:xfrm>
            <a:off x="3647702" y="2303813"/>
            <a:ext cx="914400" cy="6768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相手のキャラ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04BD060-5617-445D-9D2E-2EA3D4440DEF}"/>
              </a:ext>
            </a:extLst>
          </p:cNvPr>
          <p:cNvSpPr/>
          <p:nvPr/>
        </p:nvSpPr>
        <p:spPr>
          <a:xfrm>
            <a:off x="4714502" y="2303813"/>
            <a:ext cx="914400" cy="6768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相手のキャラ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84AB7B4-AA97-4ED5-BB9B-F5A96C5511C4}"/>
              </a:ext>
            </a:extLst>
          </p:cNvPr>
          <p:cNvSpPr/>
          <p:nvPr/>
        </p:nvSpPr>
        <p:spPr>
          <a:xfrm>
            <a:off x="6303817" y="2303813"/>
            <a:ext cx="914400" cy="6768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勝敗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D05B6A3-AEDE-4FFA-A760-6521C699F168}"/>
              </a:ext>
            </a:extLst>
          </p:cNvPr>
          <p:cNvSpPr/>
          <p:nvPr/>
        </p:nvSpPr>
        <p:spPr>
          <a:xfrm>
            <a:off x="1151906" y="3135096"/>
            <a:ext cx="6066311" cy="4298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勝利条件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16AB915-2BF3-4A9E-8126-B24DD5FBBA7F}"/>
              </a:ext>
            </a:extLst>
          </p:cNvPr>
          <p:cNvSpPr/>
          <p:nvPr/>
        </p:nvSpPr>
        <p:spPr>
          <a:xfrm>
            <a:off x="1033153" y="5447231"/>
            <a:ext cx="6317673" cy="7425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20DC62C-25AA-48F1-8AE8-9F741A16257D}"/>
              </a:ext>
            </a:extLst>
          </p:cNvPr>
          <p:cNvSpPr/>
          <p:nvPr/>
        </p:nvSpPr>
        <p:spPr>
          <a:xfrm>
            <a:off x="1151905" y="5527964"/>
            <a:ext cx="914400" cy="6768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自分のキャラ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C9666BE-F690-4447-A62F-4B8321943CC1}"/>
              </a:ext>
            </a:extLst>
          </p:cNvPr>
          <p:cNvSpPr/>
          <p:nvPr/>
        </p:nvSpPr>
        <p:spPr>
          <a:xfrm>
            <a:off x="2580902" y="5527964"/>
            <a:ext cx="914400" cy="6768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相手のキャラ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611BC8F-A834-4F48-B4B4-820751CC58EA}"/>
              </a:ext>
            </a:extLst>
          </p:cNvPr>
          <p:cNvSpPr/>
          <p:nvPr/>
        </p:nvSpPr>
        <p:spPr>
          <a:xfrm>
            <a:off x="3647702" y="5527964"/>
            <a:ext cx="914400" cy="6768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相手のキャラ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DB5B509-7A7B-4E67-B666-C48912132370}"/>
              </a:ext>
            </a:extLst>
          </p:cNvPr>
          <p:cNvSpPr/>
          <p:nvPr/>
        </p:nvSpPr>
        <p:spPr>
          <a:xfrm>
            <a:off x="4714502" y="5527964"/>
            <a:ext cx="914400" cy="6768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相手のキャラ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33BEA9E-31C5-46BF-97C3-3BBF4C869F99}"/>
              </a:ext>
            </a:extLst>
          </p:cNvPr>
          <p:cNvSpPr/>
          <p:nvPr/>
        </p:nvSpPr>
        <p:spPr>
          <a:xfrm>
            <a:off x="6303817" y="5512923"/>
            <a:ext cx="914400" cy="6768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勝敗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1DA5FEC-3588-485B-A2F6-FADE5D311BD8}"/>
              </a:ext>
            </a:extLst>
          </p:cNvPr>
          <p:cNvSpPr/>
          <p:nvPr/>
        </p:nvSpPr>
        <p:spPr>
          <a:xfrm>
            <a:off x="1033153" y="3833750"/>
            <a:ext cx="6317673" cy="14582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DDFDC017-6A4B-405E-8E2A-5DB5D678E12F}"/>
              </a:ext>
            </a:extLst>
          </p:cNvPr>
          <p:cNvSpPr/>
          <p:nvPr/>
        </p:nvSpPr>
        <p:spPr>
          <a:xfrm>
            <a:off x="1151905" y="3914484"/>
            <a:ext cx="914400" cy="6768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自分のキャラ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6873361-347A-4AB8-9133-2184B546B391}"/>
              </a:ext>
            </a:extLst>
          </p:cNvPr>
          <p:cNvSpPr/>
          <p:nvPr/>
        </p:nvSpPr>
        <p:spPr>
          <a:xfrm>
            <a:off x="2580902" y="3914484"/>
            <a:ext cx="914400" cy="6768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相手のキャラ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6ACCCA4-9BE2-4802-939D-4A5B9815D4D4}"/>
              </a:ext>
            </a:extLst>
          </p:cNvPr>
          <p:cNvSpPr/>
          <p:nvPr/>
        </p:nvSpPr>
        <p:spPr>
          <a:xfrm>
            <a:off x="3647702" y="3914484"/>
            <a:ext cx="914400" cy="6768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相手のキャラ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830F1BC-7915-4195-B72A-84EBE5EFC74D}"/>
              </a:ext>
            </a:extLst>
          </p:cNvPr>
          <p:cNvSpPr/>
          <p:nvPr/>
        </p:nvSpPr>
        <p:spPr>
          <a:xfrm>
            <a:off x="4714502" y="3914484"/>
            <a:ext cx="914400" cy="6768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相手のキャラ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A71A3DE-D481-439D-9B38-D7D74A0753C4}"/>
              </a:ext>
            </a:extLst>
          </p:cNvPr>
          <p:cNvSpPr/>
          <p:nvPr/>
        </p:nvSpPr>
        <p:spPr>
          <a:xfrm>
            <a:off x="6303817" y="3914484"/>
            <a:ext cx="914400" cy="6768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勝敗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BED4E28-462F-4865-8A2F-762F63AC82BF}"/>
              </a:ext>
            </a:extLst>
          </p:cNvPr>
          <p:cNvSpPr/>
          <p:nvPr/>
        </p:nvSpPr>
        <p:spPr>
          <a:xfrm>
            <a:off x="1151906" y="4745767"/>
            <a:ext cx="6066311" cy="4298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勝利条件</a:t>
            </a:r>
          </a:p>
        </p:txBody>
      </p:sp>
      <p:graphicFrame>
        <p:nvGraphicFramePr>
          <p:cNvPr id="37" name="表 14">
            <a:extLst>
              <a:ext uri="{FF2B5EF4-FFF2-40B4-BE49-F238E27FC236}">
                <a16:creationId xmlns:a16="http://schemas.microsoft.com/office/drawing/2014/main" id="{DAD35C2A-1386-43F0-A48F-B06E55CA1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503208"/>
              </p:ext>
            </p:extLst>
          </p:nvPr>
        </p:nvGraphicFramePr>
        <p:xfrm>
          <a:off x="8514604" y="1721921"/>
          <a:ext cx="3443844" cy="4390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7948">
                  <a:extLst>
                    <a:ext uri="{9D8B030D-6E8A-4147-A177-3AD203B41FA5}">
                      <a16:colId xmlns:a16="http://schemas.microsoft.com/office/drawing/2014/main" val="3295246977"/>
                    </a:ext>
                  </a:extLst>
                </a:gridCol>
                <a:gridCol w="1147948">
                  <a:extLst>
                    <a:ext uri="{9D8B030D-6E8A-4147-A177-3AD203B41FA5}">
                      <a16:colId xmlns:a16="http://schemas.microsoft.com/office/drawing/2014/main" val="4116362566"/>
                    </a:ext>
                  </a:extLst>
                </a:gridCol>
                <a:gridCol w="1147948">
                  <a:extLst>
                    <a:ext uri="{9D8B030D-6E8A-4147-A177-3AD203B41FA5}">
                      <a16:colId xmlns:a16="http://schemas.microsoft.com/office/drawing/2014/main" val="2106011476"/>
                    </a:ext>
                  </a:extLst>
                </a:gridCol>
              </a:tblGrid>
              <a:tr h="617517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キーボード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ゲームパッド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動作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496166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十字キー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左スティック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カーソル移動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830904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タイトルへ戻る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678046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448027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625931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268013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394048"/>
                  </a:ext>
                </a:extLst>
              </a:tr>
            </a:tbl>
          </a:graphicData>
        </a:graphic>
      </p:graphicFrame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03A930EA-D60E-4F7F-915E-9EA3DEF56A33}"/>
              </a:ext>
            </a:extLst>
          </p:cNvPr>
          <p:cNvSpPr/>
          <p:nvPr/>
        </p:nvSpPr>
        <p:spPr>
          <a:xfrm>
            <a:off x="7691251" y="2041965"/>
            <a:ext cx="174172" cy="40702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9D856644-6246-405D-A5FC-E287044E76D9}"/>
              </a:ext>
            </a:extLst>
          </p:cNvPr>
          <p:cNvSpPr/>
          <p:nvPr/>
        </p:nvSpPr>
        <p:spPr>
          <a:xfrm>
            <a:off x="7671458" y="2167656"/>
            <a:ext cx="205836" cy="25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2394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DF0773D-CED1-41D0-9E05-A7590002AD98}"/>
              </a:ext>
            </a:extLst>
          </p:cNvPr>
          <p:cNvSpPr txBox="1"/>
          <p:nvPr/>
        </p:nvSpPr>
        <p:spPr>
          <a:xfrm>
            <a:off x="1947553" y="112815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マッチング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2A65D1B-28CA-4FB5-A2D6-B5671F0AA6AC}"/>
              </a:ext>
            </a:extLst>
          </p:cNvPr>
          <p:cNvSpPr/>
          <p:nvPr/>
        </p:nvSpPr>
        <p:spPr>
          <a:xfrm>
            <a:off x="890651" y="1959428"/>
            <a:ext cx="7517080" cy="43226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2950A349-C558-48D4-840C-88AED0D9E1F6}"/>
              </a:ext>
            </a:extLst>
          </p:cNvPr>
          <p:cNvSpPr/>
          <p:nvPr/>
        </p:nvSpPr>
        <p:spPr>
          <a:xfrm>
            <a:off x="5098473" y="2312893"/>
            <a:ext cx="2125687" cy="29981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選択中のキャラクター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730160E-658D-4A93-85DC-7AA52A78F25E}"/>
              </a:ext>
            </a:extLst>
          </p:cNvPr>
          <p:cNvSpPr/>
          <p:nvPr/>
        </p:nvSpPr>
        <p:spPr>
          <a:xfrm>
            <a:off x="1211283" y="2446317"/>
            <a:ext cx="3135086" cy="7956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相手１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290C2A6-59F1-4FFF-B540-36C6DFEC6FFF}"/>
              </a:ext>
            </a:extLst>
          </p:cNvPr>
          <p:cNvSpPr/>
          <p:nvPr/>
        </p:nvSpPr>
        <p:spPr>
          <a:xfrm>
            <a:off x="1219203" y="3497284"/>
            <a:ext cx="3135086" cy="7956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相手２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6DA2924-4F1B-4CB7-B93E-A5CFCF6158FC}"/>
              </a:ext>
            </a:extLst>
          </p:cNvPr>
          <p:cNvSpPr/>
          <p:nvPr/>
        </p:nvSpPr>
        <p:spPr>
          <a:xfrm>
            <a:off x="1219203" y="4548251"/>
            <a:ext cx="3135086" cy="7956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相手３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5BCF998-3724-4243-B220-C9B27E8FF22C}"/>
              </a:ext>
            </a:extLst>
          </p:cNvPr>
          <p:cNvSpPr/>
          <p:nvPr/>
        </p:nvSpPr>
        <p:spPr>
          <a:xfrm>
            <a:off x="2485904" y="5603957"/>
            <a:ext cx="4326574" cy="5225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Tips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9" name="表 14">
            <a:extLst>
              <a:ext uri="{FF2B5EF4-FFF2-40B4-BE49-F238E27FC236}">
                <a16:creationId xmlns:a16="http://schemas.microsoft.com/office/drawing/2014/main" id="{CA2AB359-50BE-4FCF-A7DD-5733238FD7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235836"/>
              </p:ext>
            </p:extLst>
          </p:nvPr>
        </p:nvGraphicFramePr>
        <p:xfrm>
          <a:off x="8514604" y="1721921"/>
          <a:ext cx="3443844" cy="4916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7948">
                  <a:extLst>
                    <a:ext uri="{9D8B030D-6E8A-4147-A177-3AD203B41FA5}">
                      <a16:colId xmlns:a16="http://schemas.microsoft.com/office/drawing/2014/main" val="3295246977"/>
                    </a:ext>
                  </a:extLst>
                </a:gridCol>
                <a:gridCol w="906487">
                  <a:extLst>
                    <a:ext uri="{9D8B030D-6E8A-4147-A177-3AD203B41FA5}">
                      <a16:colId xmlns:a16="http://schemas.microsoft.com/office/drawing/2014/main" val="4116362566"/>
                    </a:ext>
                  </a:extLst>
                </a:gridCol>
                <a:gridCol w="1389409">
                  <a:extLst>
                    <a:ext uri="{9D8B030D-6E8A-4147-A177-3AD203B41FA5}">
                      <a16:colId xmlns:a16="http://schemas.microsoft.com/office/drawing/2014/main" val="2106011476"/>
                    </a:ext>
                  </a:extLst>
                </a:gridCol>
              </a:tblGrid>
              <a:tr h="617517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キーボード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ゲームパッド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動作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496166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マッチング中止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（タイトルへ戻る）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830904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678046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448027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625931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268013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394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1547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DF0773D-CED1-41D0-9E05-A7590002AD98}"/>
              </a:ext>
            </a:extLst>
          </p:cNvPr>
          <p:cNvSpPr txBox="1"/>
          <p:nvPr/>
        </p:nvSpPr>
        <p:spPr>
          <a:xfrm>
            <a:off x="1947553" y="112815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勝利条件選択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E0CE02B-917A-4B4D-B6AB-EAF738A773E0}"/>
              </a:ext>
            </a:extLst>
          </p:cNvPr>
          <p:cNvSpPr/>
          <p:nvPr/>
        </p:nvSpPr>
        <p:spPr>
          <a:xfrm>
            <a:off x="463138" y="2124116"/>
            <a:ext cx="7517080" cy="43226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7E632DE-8631-4B6C-A32B-66D251827335}"/>
              </a:ext>
            </a:extLst>
          </p:cNvPr>
          <p:cNvSpPr/>
          <p:nvPr/>
        </p:nvSpPr>
        <p:spPr>
          <a:xfrm>
            <a:off x="653137" y="2215368"/>
            <a:ext cx="5609037" cy="7362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条件１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0B50608-76CA-4DF3-A0E1-A79646109473}"/>
              </a:ext>
            </a:extLst>
          </p:cNvPr>
          <p:cNvSpPr/>
          <p:nvPr/>
        </p:nvSpPr>
        <p:spPr>
          <a:xfrm>
            <a:off x="1009401" y="3141642"/>
            <a:ext cx="4975761" cy="6531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条件２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8243258-AEE0-40A9-A76A-A5C94D342EEF}"/>
              </a:ext>
            </a:extLst>
          </p:cNvPr>
          <p:cNvSpPr/>
          <p:nvPr/>
        </p:nvSpPr>
        <p:spPr>
          <a:xfrm>
            <a:off x="1009400" y="3969163"/>
            <a:ext cx="4975761" cy="6531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条件３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1A5293E-F400-46E4-A060-D43003BAB0CE}"/>
              </a:ext>
            </a:extLst>
          </p:cNvPr>
          <p:cNvSpPr/>
          <p:nvPr/>
        </p:nvSpPr>
        <p:spPr>
          <a:xfrm>
            <a:off x="1009399" y="4796684"/>
            <a:ext cx="4975761" cy="6531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条件４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ED15216-17B0-40AB-A538-5F5CB9512FF9}"/>
              </a:ext>
            </a:extLst>
          </p:cNvPr>
          <p:cNvSpPr/>
          <p:nvPr/>
        </p:nvSpPr>
        <p:spPr>
          <a:xfrm>
            <a:off x="1009399" y="5624205"/>
            <a:ext cx="4975761" cy="6531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条件５</a:t>
            </a:r>
          </a:p>
        </p:txBody>
      </p:sp>
      <p:graphicFrame>
        <p:nvGraphicFramePr>
          <p:cNvPr id="9" name="表 14">
            <a:extLst>
              <a:ext uri="{FF2B5EF4-FFF2-40B4-BE49-F238E27FC236}">
                <a16:creationId xmlns:a16="http://schemas.microsoft.com/office/drawing/2014/main" id="{C4855E33-E142-468C-820D-DAB62FE89A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240379"/>
              </p:ext>
            </p:extLst>
          </p:nvPr>
        </p:nvGraphicFramePr>
        <p:xfrm>
          <a:off x="8514604" y="1721921"/>
          <a:ext cx="3443844" cy="4367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7948">
                  <a:extLst>
                    <a:ext uri="{9D8B030D-6E8A-4147-A177-3AD203B41FA5}">
                      <a16:colId xmlns:a16="http://schemas.microsoft.com/office/drawing/2014/main" val="3295246977"/>
                    </a:ext>
                  </a:extLst>
                </a:gridCol>
                <a:gridCol w="1147948">
                  <a:extLst>
                    <a:ext uri="{9D8B030D-6E8A-4147-A177-3AD203B41FA5}">
                      <a16:colId xmlns:a16="http://schemas.microsoft.com/office/drawing/2014/main" val="4116362566"/>
                    </a:ext>
                  </a:extLst>
                </a:gridCol>
                <a:gridCol w="1147948">
                  <a:extLst>
                    <a:ext uri="{9D8B030D-6E8A-4147-A177-3AD203B41FA5}">
                      <a16:colId xmlns:a16="http://schemas.microsoft.com/office/drawing/2014/main" val="2106011476"/>
                    </a:ext>
                  </a:extLst>
                </a:gridCol>
              </a:tblGrid>
              <a:tr h="617517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キーボード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ゲームパッド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動作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496166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十字キー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左スティック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カーソル移動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830904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Z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B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決定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678046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448027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625931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268013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394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0285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DF0773D-CED1-41D0-9E05-A7590002AD98}"/>
              </a:ext>
            </a:extLst>
          </p:cNvPr>
          <p:cNvSpPr txBox="1"/>
          <p:nvPr/>
        </p:nvSpPr>
        <p:spPr>
          <a:xfrm>
            <a:off x="1947553" y="112815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対戦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4E9D068-0725-4099-9A99-6272F63D60E6}"/>
              </a:ext>
            </a:extLst>
          </p:cNvPr>
          <p:cNvSpPr/>
          <p:nvPr/>
        </p:nvSpPr>
        <p:spPr>
          <a:xfrm>
            <a:off x="2337460" y="1959429"/>
            <a:ext cx="7517080" cy="43226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42DD9BD-AF10-4DE3-8329-C2EF4E0E1DF7}"/>
              </a:ext>
            </a:extLst>
          </p:cNvPr>
          <p:cNvSpPr/>
          <p:nvPr/>
        </p:nvSpPr>
        <p:spPr>
          <a:xfrm>
            <a:off x="5674426" y="2149435"/>
            <a:ext cx="843147" cy="2612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経過時間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2ABE53C-15A1-4BFF-ABD1-F4C3FB7015CE}"/>
              </a:ext>
            </a:extLst>
          </p:cNvPr>
          <p:cNvSpPr/>
          <p:nvPr/>
        </p:nvSpPr>
        <p:spPr>
          <a:xfrm>
            <a:off x="6828310" y="2149435"/>
            <a:ext cx="2778827" cy="463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勝利条件（親のみ）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10C8D78-43C9-4C58-9B73-88021109016A}"/>
              </a:ext>
            </a:extLst>
          </p:cNvPr>
          <p:cNvSpPr/>
          <p:nvPr/>
        </p:nvSpPr>
        <p:spPr>
          <a:xfrm>
            <a:off x="3278697" y="2470069"/>
            <a:ext cx="2084994" cy="2612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HP</a:t>
            </a:r>
            <a:r>
              <a:rPr kumimoji="1" lang="ja-JP" altLang="en-US" sz="1200" dirty="0">
                <a:solidFill>
                  <a:schemeClr val="tx1"/>
                </a:solidFill>
              </a:rPr>
              <a:t>ゲージ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E486D08-8F5D-4E14-B9CD-6F311CB30064}"/>
              </a:ext>
            </a:extLst>
          </p:cNvPr>
          <p:cNvSpPr/>
          <p:nvPr/>
        </p:nvSpPr>
        <p:spPr>
          <a:xfrm>
            <a:off x="2431589" y="2149435"/>
            <a:ext cx="620369" cy="581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キャラ画像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DB583ED-ADC2-4BE3-83E1-6BDF8F424C90}"/>
              </a:ext>
            </a:extLst>
          </p:cNvPr>
          <p:cNvSpPr/>
          <p:nvPr/>
        </p:nvSpPr>
        <p:spPr>
          <a:xfrm>
            <a:off x="8356270" y="4807528"/>
            <a:ext cx="1250867" cy="12890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</a:rPr>
              <a:t>マップ</a:t>
            </a:r>
            <a:endParaRPr kumimoji="1" lang="en-US" altLang="ja-JP" sz="16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600" dirty="0">
                <a:solidFill>
                  <a:schemeClr val="tx1"/>
                </a:solidFill>
              </a:rPr>
              <a:t>（半透明）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0A1592F-F873-43E1-8593-469D5644FB1B}"/>
              </a:ext>
            </a:extLst>
          </p:cNvPr>
          <p:cNvSpPr/>
          <p:nvPr/>
        </p:nvSpPr>
        <p:spPr>
          <a:xfrm>
            <a:off x="2500861" y="5559634"/>
            <a:ext cx="620369" cy="581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攻撃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FCFE8A9-0D8E-4BFD-A845-DAC9EB4667B2}"/>
              </a:ext>
            </a:extLst>
          </p:cNvPr>
          <p:cNvSpPr/>
          <p:nvPr/>
        </p:nvSpPr>
        <p:spPr>
          <a:xfrm>
            <a:off x="3278697" y="5561612"/>
            <a:ext cx="620369" cy="581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スキル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9ADE9CF-89D4-4F4B-998C-B00A83709CC0}"/>
              </a:ext>
            </a:extLst>
          </p:cNvPr>
          <p:cNvSpPr/>
          <p:nvPr/>
        </p:nvSpPr>
        <p:spPr>
          <a:xfrm>
            <a:off x="4056533" y="5561612"/>
            <a:ext cx="620369" cy="581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必殺技</a:t>
            </a:r>
          </a:p>
        </p:txBody>
      </p:sp>
      <p:sp>
        <p:nvSpPr>
          <p:cNvPr id="15" name="吹き出し: 四角形 14">
            <a:extLst>
              <a:ext uri="{FF2B5EF4-FFF2-40B4-BE49-F238E27FC236}">
                <a16:creationId xmlns:a16="http://schemas.microsoft.com/office/drawing/2014/main" id="{891EA54F-847D-4EF5-B8B6-5C33979ED612}"/>
              </a:ext>
            </a:extLst>
          </p:cNvPr>
          <p:cNvSpPr/>
          <p:nvPr/>
        </p:nvSpPr>
        <p:spPr>
          <a:xfrm>
            <a:off x="3811979" y="6365174"/>
            <a:ext cx="864923" cy="378814"/>
          </a:xfrm>
          <a:prstGeom prst="wedgeRectCallout">
            <a:avLst>
              <a:gd name="adj1" fmla="val 16238"/>
              <a:gd name="adj2" fmla="val -113053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>
                <a:solidFill>
                  <a:schemeClr val="tx1"/>
                </a:solidFill>
              </a:rPr>
              <a:t>円形のゲージ</a:t>
            </a:r>
          </a:p>
        </p:txBody>
      </p:sp>
    </p:spTree>
    <p:extLst>
      <p:ext uri="{BB962C8B-B14F-4D97-AF65-F5344CB8AC3E}">
        <p14:creationId xmlns:p14="http://schemas.microsoft.com/office/powerpoint/2010/main" val="711305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019D973-6B32-43EE-A9DB-3E3DEAEFB883}"/>
              </a:ext>
            </a:extLst>
          </p:cNvPr>
          <p:cNvSpPr/>
          <p:nvPr/>
        </p:nvSpPr>
        <p:spPr>
          <a:xfrm>
            <a:off x="2337460" y="1959429"/>
            <a:ext cx="7517080" cy="43226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6ABB4E3-3028-4CF3-A931-47531E32DD16}"/>
              </a:ext>
            </a:extLst>
          </p:cNvPr>
          <p:cNvSpPr txBox="1"/>
          <p:nvPr/>
        </p:nvSpPr>
        <p:spPr>
          <a:xfrm>
            <a:off x="1947553" y="1128156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対戦（ポーズ画面）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F44CFD4-FF8B-471D-8D82-C66590A862C5}"/>
              </a:ext>
            </a:extLst>
          </p:cNvPr>
          <p:cNvSpPr/>
          <p:nvPr/>
        </p:nvSpPr>
        <p:spPr>
          <a:xfrm>
            <a:off x="2760921" y="2375066"/>
            <a:ext cx="2897579" cy="31766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マップ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9404D44-FCFB-43DE-BD68-8F63328FF6AA}"/>
              </a:ext>
            </a:extLst>
          </p:cNvPr>
          <p:cNvSpPr/>
          <p:nvPr/>
        </p:nvSpPr>
        <p:spPr>
          <a:xfrm>
            <a:off x="5984572" y="2375066"/>
            <a:ext cx="3668679" cy="3321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条件１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19DA5FB-70C7-48C1-967D-4D758B9C90F1}"/>
              </a:ext>
            </a:extLst>
          </p:cNvPr>
          <p:cNvSpPr/>
          <p:nvPr/>
        </p:nvSpPr>
        <p:spPr>
          <a:xfrm>
            <a:off x="5984570" y="2837007"/>
            <a:ext cx="3668679" cy="3321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条件２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F09E42C-133F-41FB-B104-77C0C374C728}"/>
              </a:ext>
            </a:extLst>
          </p:cNvPr>
          <p:cNvSpPr/>
          <p:nvPr/>
        </p:nvSpPr>
        <p:spPr>
          <a:xfrm>
            <a:off x="5984568" y="3763663"/>
            <a:ext cx="3668679" cy="3321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条件４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F215EE5-12E3-49C4-9CED-0056F7F59976}"/>
              </a:ext>
            </a:extLst>
          </p:cNvPr>
          <p:cNvSpPr/>
          <p:nvPr/>
        </p:nvSpPr>
        <p:spPr>
          <a:xfrm>
            <a:off x="5984569" y="3298948"/>
            <a:ext cx="3668679" cy="3321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条件３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020284F-7288-43F9-84F5-FC22EC22A6FA}"/>
              </a:ext>
            </a:extLst>
          </p:cNvPr>
          <p:cNvSpPr/>
          <p:nvPr/>
        </p:nvSpPr>
        <p:spPr>
          <a:xfrm>
            <a:off x="5984568" y="4225604"/>
            <a:ext cx="3668679" cy="3321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条件５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C3A1939-C47A-4AC9-B310-7B89286F45DB}"/>
              </a:ext>
            </a:extLst>
          </p:cNvPr>
          <p:cNvSpPr/>
          <p:nvPr/>
        </p:nvSpPr>
        <p:spPr>
          <a:xfrm>
            <a:off x="5984568" y="4833327"/>
            <a:ext cx="1098201" cy="12039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攻撃説明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DCE7A26-DEDC-4732-9AB3-68A243FB47D8}"/>
              </a:ext>
            </a:extLst>
          </p:cNvPr>
          <p:cNvSpPr/>
          <p:nvPr/>
        </p:nvSpPr>
        <p:spPr>
          <a:xfrm>
            <a:off x="7281231" y="4817905"/>
            <a:ext cx="1098201" cy="12039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スキル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説明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FED29EE-0B30-4121-9A40-3C2B254097D4}"/>
              </a:ext>
            </a:extLst>
          </p:cNvPr>
          <p:cNvSpPr/>
          <p:nvPr/>
        </p:nvSpPr>
        <p:spPr>
          <a:xfrm>
            <a:off x="8577894" y="4833327"/>
            <a:ext cx="1098201" cy="12039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必殺技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説明</a:t>
            </a:r>
          </a:p>
        </p:txBody>
      </p:sp>
    </p:spTree>
    <p:extLst>
      <p:ext uri="{BB962C8B-B14F-4D97-AF65-F5344CB8AC3E}">
        <p14:creationId xmlns:p14="http://schemas.microsoft.com/office/powerpoint/2010/main" val="4040117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DF0773D-CED1-41D0-9E05-A7590002AD98}"/>
              </a:ext>
            </a:extLst>
          </p:cNvPr>
          <p:cNvSpPr txBox="1"/>
          <p:nvPr/>
        </p:nvSpPr>
        <p:spPr>
          <a:xfrm>
            <a:off x="1947553" y="112815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リザルト１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14FCDF9-6338-4AAA-9D26-48429F8AA0DC}"/>
              </a:ext>
            </a:extLst>
          </p:cNvPr>
          <p:cNvSpPr/>
          <p:nvPr/>
        </p:nvSpPr>
        <p:spPr>
          <a:xfrm>
            <a:off x="771898" y="1864425"/>
            <a:ext cx="7517080" cy="43226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11" name="表 14">
            <a:extLst>
              <a:ext uri="{FF2B5EF4-FFF2-40B4-BE49-F238E27FC236}">
                <a16:creationId xmlns:a16="http://schemas.microsoft.com/office/drawing/2014/main" id="{6D05942C-DD23-4B43-9E5F-2001257A95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83558"/>
              </p:ext>
            </p:extLst>
          </p:nvPr>
        </p:nvGraphicFramePr>
        <p:xfrm>
          <a:off x="8514604" y="1721921"/>
          <a:ext cx="3443844" cy="4367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7948">
                  <a:extLst>
                    <a:ext uri="{9D8B030D-6E8A-4147-A177-3AD203B41FA5}">
                      <a16:colId xmlns:a16="http://schemas.microsoft.com/office/drawing/2014/main" val="3295246977"/>
                    </a:ext>
                  </a:extLst>
                </a:gridCol>
                <a:gridCol w="1147948">
                  <a:extLst>
                    <a:ext uri="{9D8B030D-6E8A-4147-A177-3AD203B41FA5}">
                      <a16:colId xmlns:a16="http://schemas.microsoft.com/office/drawing/2014/main" val="4116362566"/>
                    </a:ext>
                  </a:extLst>
                </a:gridCol>
                <a:gridCol w="1147948">
                  <a:extLst>
                    <a:ext uri="{9D8B030D-6E8A-4147-A177-3AD203B41FA5}">
                      <a16:colId xmlns:a16="http://schemas.microsoft.com/office/drawing/2014/main" val="2106011476"/>
                    </a:ext>
                  </a:extLst>
                </a:gridCol>
              </a:tblGrid>
              <a:tr h="617517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キーボード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ゲームパッド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動作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496166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Z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B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リザルト２へ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830904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678046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448027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625931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268013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394048"/>
                  </a:ext>
                </a:extLst>
              </a:tr>
            </a:tbl>
          </a:graphicData>
        </a:graphic>
      </p:graphicFrame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107A5AB-8477-43B0-80DD-4993034968A5}"/>
              </a:ext>
            </a:extLst>
          </p:cNvPr>
          <p:cNvSpPr/>
          <p:nvPr/>
        </p:nvSpPr>
        <p:spPr>
          <a:xfrm>
            <a:off x="1514103" y="3008207"/>
            <a:ext cx="1205346" cy="20603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親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0AD4ABF-829D-4E3F-BDC6-98B2070E7B03}"/>
              </a:ext>
            </a:extLst>
          </p:cNvPr>
          <p:cNvSpPr/>
          <p:nvPr/>
        </p:nvSpPr>
        <p:spPr>
          <a:xfrm>
            <a:off x="3702132" y="3008207"/>
            <a:ext cx="1205346" cy="20603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子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8DE33FF-DBF2-4303-992C-90BBD2F39FF9}"/>
              </a:ext>
            </a:extLst>
          </p:cNvPr>
          <p:cNvSpPr/>
          <p:nvPr/>
        </p:nvSpPr>
        <p:spPr>
          <a:xfrm>
            <a:off x="5287488" y="3008207"/>
            <a:ext cx="1205346" cy="20603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子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A3D167C-7CA0-445E-BDA5-2267EB0133AF}"/>
              </a:ext>
            </a:extLst>
          </p:cNvPr>
          <p:cNvSpPr/>
          <p:nvPr/>
        </p:nvSpPr>
        <p:spPr>
          <a:xfrm>
            <a:off x="6872844" y="3008207"/>
            <a:ext cx="1205346" cy="20603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子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723DF15-7750-4EAC-8BBE-83B8066588D9}"/>
              </a:ext>
            </a:extLst>
          </p:cNvPr>
          <p:cNvSpPr/>
          <p:nvPr/>
        </p:nvSpPr>
        <p:spPr>
          <a:xfrm>
            <a:off x="1388423" y="2154381"/>
            <a:ext cx="1432956" cy="5660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勝利</a:t>
            </a:r>
            <a:r>
              <a:rPr kumimoji="1" lang="en-US" altLang="ja-JP" dirty="0">
                <a:solidFill>
                  <a:schemeClr val="tx1"/>
                </a:solidFill>
              </a:rPr>
              <a:t>or</a:t>
            </a:r>
            <a:r>
              <a:rPr kumimoji="1" lang="ja-JP" altLang="en-US" dirty="0">
                <a:solidFill>
                  <a:schemeClr val="tx1"/>
                </a:solidFill>
              </a:rPr>
              <a:t>敗北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D0D8221-A293-4F9C-82F2-EE35B714F063}"/>
              </a:ext>
            </a:extLst>
          </p:cNvPr>
          <p:cNvSpPr/>
          <p:nvPr/>
        </p:nvSpPr>
        <p:spPr>
          <a:xfrm>
            <a:off x="5161808" y="2154381"/>
            <a:ext cx="1432956" cy="5660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勝利</a:t>
            </a:r>
            <a:r>
              <a:rPr kumimoji="1" lang="en-US" altLang="ja-JP" dirty="0">
                <a:solidFill>
                  <a:schemeClr val="tx1"/>
                </a:solidFill>
              </a:rPr>
              <a:t>or</a:t>
            </a:r>
            <a:r>
              <a:rPr kumimoji="1" lang="ja-JP" altLang="en-US" dirty="0">
                <a:solidFill>
                  <a:schemeClr val="tx1"/>
                </a:solidFill>
              </a:rPr>
              <a:t>敗北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E850D48-F6B8-4653-9C3C-2D6691008756}"/>
              </a:ext>
            </a:extLst>
          </p:cNvPr>
          <p:cNvSpPr/>
          <p:nvPr/>
        </p:nvSpPr>
        <p:spPr>
          <a:xfrm>
            <a:off x="1400298" y="5365252"/>
            <a:ext cx="6677892" cy="5660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勝利条件</a:t>
            </a:r>
          </a:p>
        </p:txBody>
      </p:sp>
    </p:spTree>
    <p:extLst>
      <p:ext uri="{BB962C8B-B14F-4D97-AF65-F5344CB8AC3E}">
        <p14:creationId xmlns:p14="http://schemas.microsoft.com/office/powerpoint/2010/main" val="1013756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DF0773D-CED1-41D0-9E05-A7590002AD98}"/>
              </a:ext>
            </a:extLst>
          </p:cNvPr>
          <p:cNvSpPr txBox="1"/>
          <p:nvPr/>
        </p:nvSpPr>
        <p:spPr>
          <a:xfrm>
            <a:off x="1947553" y="112815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リザルト２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14FCDF9-6338-4AAA-9D26-48429F8AA0DC}"/>
              </a:ext>
            </a:extLst>
          </p:cNvPr>
          <p:cNvSpPr/>
          <p:nvPr/>
        </p:nvSpPr>
        <p:spPr>
          <a:xfrm>
            <a:off x="771898" y="1864425"/>
            <a:ext cx="7517080" cy="43226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F84922A-ABA2-41DD-BCA7-8FFE5E989929}"/>
              </a:ext>
            </a:extLst>
          </p:cNvPr>
          <p:cNvSpPr/>
          <p:nvPr/>
        </p:nvSpPr>
        <p:spPr>
          <a:xfrm>
            <a:off x="1768136" y="2325927"/>
            <a:ext cx="1686296" cy="7451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勝利</a:t>
            </a:r>
            <a:r>
              <a:rPr kumimoji="1" lang="en-US" altLang="ja-JP" dirty="0">
                <a:solidFill>
                  <a:schemeClr val="tx1"/>
                </a:solidFill>
              </a:rPr>
              <a:t>or</a:t>
            </a:r>
            <a:r>
              <a:rPr kumimoji="1" lang="ja-JP" altLang="en-US" dirty="0">
                <a:solidFill>
                  <a:schemeClr val="tx1"/>
                </a:solidFill>
              </a:rPr>
              <a:t>敗北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A5BA138-6D58-4BEA-8D17-52F17B2283B1}"/>
              </a:ext>
            </a:extLst>
          </p:cNvPr>
          <p:cNvSpPr/>
          <p:nvPr/>
        </p:nvSpPr>
        <p:spPr>
          <a:xfrm>
            <a:off x="5581439" y="2529442"/>
            <a:ext cx="1982270" cy="30875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自分の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キャラクター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A2ACAFF-A731-4835-ACBA-1428F5CAD713}"/>
              </a:ext>
            </a:extLst>
          </p:cNvPr>
          <p:cNvSpPr/>
          <p:nvPr/>
        </p:nvSpPr>
        <p:spPr>
          <a:xfrm>
            <a:off x="1140539" y="3405765"/>
            <a:ext cx="1255194" cy="13324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レベル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lang="ja-JP" altLang="en-US" dirty="0">
                <a:solidFill>
                  <a:schemeClr val="tx1"/>
                </a:solidFill>
              </a:rPr>
              <a:t>経験値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D940FAB-1ECE-466A-A1BD-E3AA986ADEC1}"/>
              </a:ext>
            </a:extLst>
          </p:cNvPr>
          <p:cNvSpPr/>
          <p:nvPr/>
        </p:nvSpPr>
        <p:spPr>
          <a:xfrm>
            <a:off x="2854729" y="3408583"/>
            <a:ext cx="1686296" cy="13296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報酬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71D4714-D081-46D6-9294-CFBA55F68E56}"/>
              </a:ext>
            </a:extLst>
          </p:cNvPr>
          <p:cNvSpPr/>
          <p:nvPr/>
        </p:nvSpPr>
        <p:spPr>
          <a:xfrm>
            <a:off x="1140539" y="4994264"/>
            <a:ext cx="1255194" cy="9552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ホームへ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C5D16E5-AD9B-4259-932A-722AC6314F2B}"/>
              </a:ext>
            </a:extLst>
          </p:cNvPr>
          <p:cNvSpPr/>
          <p:nvPr/>
        </p:nvSpPr>
        <p:spPr>
          <a:xfrm>
            <a:off x="2854729" y="5007820"/>
            <a:ext cx="1255194" cy="9552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次の対戦</a:t>
            </a:r>
          </a:p>
        </p:txBody>
      </p:sp>
      <p:graphicFrame>
        <p:nvGraphicFramePr>
          <p:cNvPr id="11" name="表 14">
            <a:extLst>
              <a:ext uri="{FF2B5EF4-FFF2-40B4-BE49-F238E27FC236}">
                <a16:creationId xmlns:a16="http://schemas.microsoft.com/office/drawing/2014/main" id="{6D05942C-DD23-4B43-9E5F-2001257A95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855873"/>
              </p:ext>
            </p:extLst>
          </p:nvPr>
        </p:nvGraphicFramePr>
        <p:xfrm>
          <a:off x="8514604" y="1721921"/>
          <a:ext cx="3443844" cy="4390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7948">
                  <a:extLst>
                    <a:ext uri="{9D8B030D-6E8A-4147-A177-3AD203B41FA5}">
                      <a16:colId xmlns:a16="http://schemas.microsoft.com/office/drawing/2014/main" val="3295246977"/>
                    </a:ext>
                  </a:extLst>
                </a:gridCol>
                <a:gridCol w="1147948">
                  <a:extLst>
                    <a:ext uri="{9D8B030D-6E8A-4147-A177-3AD203B41FA5}">
                      <a16:colId xmlns:a16="http://schemas.microsoft.com/office/drawing/2014/main" val="4116362566"/>
                    </a:ext>
                  </a:extLst>
                </a:gridCol>
                <a:gridCol w="1147948">
                  <a:extLst>
                    <a:ext uri="{9D8B030D-6E8A-4147-A177-3AD203B41FA5}">
                      <a16:colId xmlns:a16="http://schemas.microsoft.com/office/drawing/2014/main" val="2106011476"/>
                    </a:ext>
                  </a:extLst>
                </a:gridCol>
              </a:tblGrid>
              <a:tr h="617517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キーボード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ゲームパッド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動作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496166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Z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B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次の対戦へ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830904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ホームへ戻る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678046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448027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625931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268013"/>
                  </a:ext>
                </a:extLst>
              </a:tr>
              <a:tr h="617517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394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8519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353</Words>
  <Application>Microsoft Office PowerPoint</Application>
  <PresentationFormat>ワイド画面</PresentationFormat>
  <Paragraphs>208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黒沢　爽次</dc:creator>
  <cp:lastModifiedBy>黒沢　爽次</cp:lastModifiedBy>
  <cp:revision>7</cp:revision>
  <dcterms:created xsi:type="dcterms:W3CDTF">2026-06-02T03:16:14Z</dcterms:created>
  <dcterms:modified xsi:type="dcterms:W3CDTF">2026-06-03T03:34:43Z</dcterms:modified>
</cp:coreProperties>
</file>