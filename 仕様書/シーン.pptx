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64A8C56E-7B60-49D6-AD88-22DC8C2BC8B6}"/>
    <pc:docChg chg="undo custSel addSld modSld sldOrd">
      <pc:chgData name="黒沢　爽次" userId="fae486ef-0c84-45a4-a237-2d2b758b0e89" providerId="ADAL" clId="{64A8C56E-7B60-49D6-AD88-22DC8C2BC8B6}" dt="2026-06-02T06:22:49.414" v="671" actId="20577"/>
      <pc:docMkLst>
        <pc:docMk/>
      </pc:docMkLst>
      <pc:sldChg chg="addSp delSp modSp new mod">
        <pc:chgData name="黒沢　爽次" userId="fae486ef-0c84-45a4-a237-2d2b758b0e89" providerId="ADAL" clId="{64A8C56E-7B60-49D6-AD88-22DC8C2BC8B6}" dt="2026-06-02T03:34:14.149" v="256" actId="5793"/>
        <pc:sldMkLst>
          <pc:docMk/>
          <pc:sldMk cId="4266261445" sldId="256"/>
        </pc:sldMkLst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2" creationId="{44F2C1FC-608E-4AF2-AF35-7D20E9DD92AE}"/>
          </ac:spMkLst>
        </pc:spChg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3" creationId="{EC343E29-B3CE-453F-87A4-354045A0EE0C}"/>
          </ac:spMkLst>
        </pc:spChg>
        <pc:spChg chg="add mod">
          <ac:chgData name="黒沢　爽次" userId="fae486ef-0c84-45a4-a237-2d2b758b0e89" providerId="ADAL" clId="{64A8C56E-7B60-49D6-AD88-22DC8C2BC8B6}" dt="2026-06-02T03:34:14.149" v="256" actId="5793"/>
          <ac:spMkLst>
            <pc:docMk/>
            <pc:sldMk cId="4266261445" sldId="256"/>
            <ac:spMk id="4" creationId="{179BE213-15D4-4F1E-A8C5-0EA1252A96F1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5" creationId="{78FF344E-63E8-4901-88BF-9FCC54F5E7EA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6" creationId="{3982E25B-14D5-4514-AE52-8F531DAD36DE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7" creationId="{0B5D7CA5-1757-4CF4-9220-0A3A7A7FAA49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4:38:45.863" v="616" actId="20577"/>
        <pc:sldMkLst>
          <pc:docMk/>
          <pc:sldMk cId="3471022167" sldId="257"/>
        </pc:sldMkLst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2" creationId="{C94BEC32-5297-4D69-B206-D5D929CE88F7}"/>
          </ac:spMkLst>
        </pc:spChg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3" creationId="{3F99BC61-E03E-4E71-B61B-B096A4926240}"/>
          </ac:spMkLst>
        </pc:spChg>
        <pc:spChg chg="add mod">
          <ac:chgData name="黒沢　爽次" userId="fae486ef-0c84-45a4-a237-2d2b758b0e89" providerId="ADAL" clId="{64A8C56E-7B60-49D6-AD88-22DC8C2BC8B6}" dt="2026-06-02T03:33:39.162" v="225" actId="20577"/>
          <ac:spMkLst>
            <pc:docMk/>
            <pc:sldMk cId="3471022167" sldId="257"/>
            <ac:spMk id="4" creationId="{1A2DDECC-ECC3-4F18-A604-21BF70833EAD}"/>
          </ac:spMkLst>
        </pc:spChg>
        <pc:spChg chg="add mod">
          <ac:chgData name="黒沢　爽次" userId="fae486ef-0c84-45a4-a237-2d2b758b0e89" providerId="ADAL" clId="{64A8C56E-7B60-49D6-AD88-22DC8C2BC8B6}" dt="2026-06-02T03:42:41.832" v="466"/>
          <ac:spMkLst>
            <pc:docMk/>
            <pc:sldMk cId="3471022167" sldId="257"/>
            <ac:spMk id="5" creationId="{CDE0AE0A-B76C-4D15-AE15-92C4D7FAD2F2}"/>
          </ac:spMkLst>
        </pc:spChg>
        <pc:spChg chg="add mod">
          <ac:chgData name="黒沢　爽次" userId="fae486ef-0c84-45a4-a237-2d2b758b0e89" providerId="ADAL" clId="{64A8C56E-7B60-49D6-AD88-22DC8C2BC8B6}" dt="2026-06-02T04:38:22.935" v="598" actId="1076"/>
          <ac:spMkLst>
            <pc:docMk/>
            <pc:sldMk cId="3471022167" sldId="257"/>
            <ac:spMk id="6" creationId="{5B50C9F1-A984-4A58-B5BF-A43A00475759}"/>
          </ac:spMkLst>
        </pc:spChg>
        <pc:spChg chg="add mod">
          <ac:chgData name="黒沢　爽次" userId="fae486ef-0c84-45a4-a237-2d2b758b0e89" providerId="ADAL" clId="{64A8C56E-7B60-49D6-AD88-22DC8C2BC8B6}" dt="2026-06-02T04:38:45.863" v="616" actId="20577"/>
          <ac:spMkLst>
            <pc:docMk/>
            <pc:sldMk cId="3471022167" sldId="257"/>
            <ac:spMk id="7" creationId="{93FE237F-0A19-4239-9601-E81C8488FA25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4:37:53.860" v="587" actId="6549"/>
        <pc:sldMkLst>
          <pc:docMk/>
          <pc:sldMk cId="2222033658" sldId="258"/>
        </pc:sldMkLst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2" creationId="{CA5A493C-AC34-4B46-9F8E-74DE167106E0}"/>
          </ac:spMkLst>
        </pc:spChg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3" creationId="{F4E97B02-3351-41A3-A14B-38EEB59436B1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4" creationId="{900315C2-4B22-44EC-88AF-6ADA94F7DC58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5" creationId="{93E606B5-A1FD-46E7-8FF0-BEB3C00062E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6" creationId="{5041455A-AF7B-422B-B49A-8BFD3DB98D9E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7" creationId="{47A1C660-A3C6-4CF7-9272-BCE9FD798291}"/>
          </ac:spMkLst>
        </pc:spChg>
        <pc:spChg chg="add del">
          <ac:chgData name="黒沢　爽次" userId="fae486ef-0c84-45a4-a237-2d2b758b0e89" providerId="ADAL" clId="{64A8C56E-7B60-49D6-AD88-22DC8C2BC8B6}" dt="2026-06-02T03:38:25.540" v="364" actId="478"/>
          <ac:spMkLst>
            <pc:docMk/>
            <pc:sldMk cId="2222033658" sldId="258"/>
            <ac:spMk id="8" creationId="{AF19D8B8-BB5B-44C4-8B37-4C1B8AD1D78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9" creationId="{C31ED5AD-F2F0-48A8-84A6-AB3862852905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0" creationId="{0A639098-03BF-4627-9024-18382B62CF1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1" creationId="{D151C937-8C35-403A-A6A3-7113D302B45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2" creationId="{9687E5BC-780A-4255-884C-3DFCB8AE5BCB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3" creationId="{48B357F3-4E27-4F42-A0FE-764683A1B5E4}"/>
          </ac:spMkLst>
        </pc:spChg>
        <pc:graphicFrameChg chg="add mod modGraphic">
          <ac:chgData name="黒沢　爽次" userId="fae486ef-0c84-45a4-a237-2d2b758b0e89" providerId="ADAL" clId="{64A8C56E-7B60-49D6-AD88-22DC8C2BC8B6}" dt="2026-06-02T04:37:53.860" v="587" actId="6549"/>
          <ac:graphicFrameMkLst>
            <pc:docMk/>
            <pc:sldMk cId="2222033658" sldId="258"/>
            <ac:graphicFrameMk id="14" creationId="{62172B09-3E02-4868-891D-FCC55766E2A8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2T04:38:56.700" v="618" actId="1076"/>
        <pc:sldMkLst>
          <pc:docMk/>
          <pc:sldMk cId="3886514761" sldId="259"/>
        </pc:sldMkLst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2" creationId="{3F80B128-19C0-452E-8A44-FCF76D0A6269}"/>
          </ac:spMkLst>
        </pc:spChg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3" creationId="{6A2610D8-A2D4-429E-8CE7-FAF1C2DD4A1A}"/>
          </ac:spMkLst>
        </pc:spChg>
        <pc:spChg chg="add mod">
          <ac:chgData name="黒沢　爽次" userId="fae486ef-0c84-45a4-a237-2d2b758b0e89" providerId="ADAL" clId="{64A8C56E-7B60-49D6-AD88-22DC8C2BC8B6}" dt="2026-06-02T04:38:56.700" v="618" actId="1076"/>
          <ac:spMkLst>
            <pc:docMk/>
            <pc:sldMk cId="3886514761" sldId="259"/>
            <ac:spMk id="4" creationId="{8EE49DF3-66E2-4517-925D-A1E2BDEED424}"/>
          </ac:spMkLst>
        </pc:spChg>
        <pc:spChg chg="add mod">
          <ac:chgData name="黒沢　爽次" userId="fae486ef-0c84-45a4-a237-2d2b758b0e89" providerId="ADAL" clId="{64A8C56E-7B60-49D6-AD88-22DC8C2BC8B6}" dt="2026-06-02T03:42:43.158" v="467"/>
          <ac:spMkLst>
            <pc:docMk/>
            <pc:sldMk cId="3886514761" sldId="259"/>
            <ac:spMk id="5" creationId="{856F1BFA-4919-43B4-A901-A3914035D78D}"/>
          </ac:spMkLst>
        </pc:spChg>
      </pc:sldChg>
      <pc:sldChg chg="addSp delSp modSp new mod ord">
        <pc:chgData name="黒沢　爽次" userId="fae486ef-0c84-45a4-a237-2d2b758b0e89" providerId="ADAL" clId="{64A8C56E-7B60-49D6-AD88-22DC8C2BC8B6}" dt="2026-06-02T06:22:49.414" v="671" actId="20577"/>
        <pc:sldMkLst>
          <pc:docMk/>
          <pc:sldMk cId="511957640" sldId="260"/>
        </pc:sldMkLst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2" creationId="{B5815396-55DE-49ED-A5DE-0927A78DAB17}"/>
          </ac:spMkLst>
        </pc:spChg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3" creationId="{334069AB-73A9-4EA8-B0D8-6F0EBFE94943}"/>
          </ac:spMkLst>
        </pc:spChg>
        <pc:spChg chg="add mod">
          <ac:chgData name="黒沢　爽次" userId="fae486ef-0c84-45a4-a237-2d2b758b0e89" providerId="ADAL" clId="{64A8C56E-7B60-49D6-AD88-22DC8C2BC8B6}" dt="2026-06-02T03:34:45.519" v="268" actId="20577"/>
          <ac:spMkLst>
            <pc:docMk/>
            <pc:sldMk cId="511957640" sldId="260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5" creationId="{A63D0D9D-BFAD-4C42-BD10-5FC4047E0A1A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6" creationId="{7D2745B4-6DDE-4BA4-A42D-E1DF162F67B6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7" creationId="{6EE5427A-C1E8-4768-9AAE-E3FE0228CD53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8" creationId="{9F6971CA-6E2E-4107-8F33-3DE3BC936BE9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9" creationId="{8A22918C-A955-4DD6-9ADF-8BED5624CC85}"/>
          </ac:spMkLst>
        </pc:spChg>
        <pc:spChg chg="add del mod">
          <ac:chgData name="黒沢　爽次" userId="fae486ef-0c84-45a4-a237-2d2b758b0e89" providerId="ADAL" clId="{64A8C56E-7B60-49D6-AD88-22DC8C2BC8B6}" dt="2026-06-02T06:22:29.357" v="656"/>
          <ac:spMkLst>
            <pc:docMk/>
            <pc:sldMk cId="511957640" sldId="260"/>
            <ac:spMk id="10" creationId="{6C0A0816-71EE-43C0-B459-60747F8660FC}"/>
          </ac:spMkLst>
        </pc:spChg>
        <pc:spChg chg="add del mod">
          <ac:chgData name="黒沢　爽次" userId="fae486ef-0c84-45a4-a237-2d2b758b0e89" providerId="ADAL" clId="{64A8C56E-7B60-49D6-AD88-22DC8C2BC8B6}" dt="2026-06-02T06:22:28.679" v="655"/>
          <ac:spMkLst>
            <pc:docMk/>
            <pc:sldMk cId="511957640" sldId="260"/>
            <ac:spMk id="11" creationId="{0F91D9A2-2670-466A-969D-734294AEFAE5}"/>
          </ac:spMkLst>
        </pc:spChg>
        <pc:graphicFrameChg chg="add mod modGraphic">
          <ac:chgData name="黒沢　爽次" userId="fae486ef-0c84-45a4-a237-2d2b758b0e89" providerId="ADAL" clId="{64A8C56E-7B60-49D6-AD88-22DC8C2BC8B6}" dt="2026-06-02T06:22:49.414" v="671" actId="20577"/>
          <ac:graphicFrameMkLst>
            <pc:docMk/>
            <pc:sldMk cId="511957640" sldId="260"/>
            <ac:graphicFrameMk id="12" creationId="{8759893F-BB97-434E-8E23-E9ED9326A02F}"/>
          </ac:graphicFrameMkLst>
        </pc:graphicFrameChg>
      </pc:sldChg>
      <pc:sldChg chg="addSp modSp add mod">
        <pc:chgData name="黒沢　爽次" userId="fae486ef-0c84-45a4-a237-2d2b758b0e89" providerId="ADAL" clId="{64A8C56E-7B60-49D6-AD88-22DC8C2BC8B6}" dt="2026-06-02T03:42:45.798" v="470"/>
        <pc:sldMkLst>
          <pc:docMk/>
          <pc:sldMk cId="1340285474" sldId="261"/>
        </pc:sldMkLst>
        <pc:spChg chg="add mod">
          <ac:chgData name="黒沢　爽次" userId="fae486ef-0c84-45a4-a237-2d2b758b0e89" providerId="ADAL" clId="{64A8C56E-7B60-49D6-AD88-22DC8C2BC8B6}" dt="2026-06-02T03:42:45.798" v="470"/>
          <ac:spMkLst>
            <pc:docMk/>
            <pc:sldMk cId="1340285474" sldId="261"/>
            <ac:spMk id="3" creationId="{3E0CE02B-917A-4B4D-B6AB-EAF738A773E0}"/>
          </ac:spMkLst>
        </pc:spChg>
        <pc:spChg chg="mod">
          <ac:chgData name="黒沢　爽次" userId="fae486ef-0c84-45a4-a237-2d2b758b0e89" providerId="ADAL" clId="{64A8C56E-7B60-49D6-AD88-22DC8C2BC8B6}" dt="2026-06-02T03:34:59.130" v="278" actId="20577"/>
          <ac:spMkLst>
            <pc:docMk/>
            <pc:sldMk cId="1340285474" sldId="261"/>
            <ac:spMk id="4" creationId="{ADF0773D-CED1-41D0-9E05-A7590002AD98}"/>
          </ac:spMkLst>
        </pc:spChg>
      </pc:sldChg>
      <pc:sldChg chg="addSp modSp add mod ord">
        <pc:chgData name="黒沢　爽次" userId="fae486ef-0c84-45a4-a237-2d2b758b0e89" providerId="ADAL" clId="{64A8C56E-7B60-49D6-AD88-22DC8C2BC8B6}" dt="2026-06-02T03:42:44.094" v="468"/>
        <pc:sldMkLst>
          <pc:docMk/>
          <pc:sldMk cId="1641547357" sldId="262"/>
        </pc:sldMkLst>
        <pc:spChg chg="add mod">
          <ac:chgData name="黒沢　爽次" userId="fae486ef-0c84-45a4-a237-2d2b758b0e89" providerId="ADAL" clId="{64A8C56E-7B60-49D6-AD88-22DC8C2BC8B6}" dt="2026-06-02T03:42:44.094" v="468"/>
          <ac:spMkLst>
            <pc:docMk/>
            <pc:sldMk cId="1641547357" sldId="262"/>
            <ac:spMk id="3" creationId="{C2A65D1B-28CA-4FB5-A2D6-B5671F0AA6AC}"/>
          </ac:spMkLst>
        </pc:spChg>
        <pc:spChg chg="mod">
          <ac:chgData name="黒沢　爽次" userId="fae486ef-0c84-45a4-a237-2d2b758b0e89" providerId="ADAL" clId="{64A8C56E-7B60-49D6-AD88-22DC8C2BC8B6}" dt="2026-06-02T03:35:08.570" v="287" actId="20577"/>
          <ac:spMkLst>
            <pc:docMk/>
            <pc:sldMk cId="1641547357" sldId="262"/>
            <ac:spMk id="4" creationId="{ADF0773D-CED1-41D0-9E05-A7590002AD98}"/>
          </ac:spMkLst>
        </pc:spChg>
      </pc:sldChg>
      <pc:sldChg chg="addSp modSp add mod">
        <pc:chgData name="黒沢　爽次" userId="fae486ef-0c84-45a4-a237-2d2b758b0e89" providerId="ADAL" clId="{64A8C56E-7B60-49D6-AD88-22DC8C2BC8B6}" dt="2026-06-02T03:42:46.828" v="471"/>
        <pc:sldMkLst>
          <pc:docMk/>
          <pc:sldMk cId="711305694" sldId="263"/>
        </pc:sldMkLst>
        <pc:spChg chg="add mod">
          <ac:chgData name="黒沢　爽次" userId="fae486ef-0c84-45a4-a237-2d2b758b0e89" providerId="ADAL" clId="{64A8C56E-7B60-49D6-AD88-22DC8C2BC8B6}" dt="2026-06-02T03:42:46.828" v="471"/>
          <ac:spMkLst>
            <pc:docMk/>
            <pc:sldMk cId="711305694" sldId="263"/>
            <ac:spMk id="3" creationId="{E4E9D068-0725-4099-9A99-6272F63D60E6}"/>
          </ac:spMkLst>
        </pc:spChg>
        <pc:spChg chg="mod">
          <ac:chgData name="黒沢　爽次" userId="fae486ef-0c84-45a4-a237-2d2b758b0e89" providerId="ADAL" clId="{64A8C56E-7B60-49D6-AD88-22DC8C2BC8B6}" dt="2026-06-02T03:35:18.385" v="297" actId="20577"/>
          <ac:spMkLst>
            <pc:docMk/>
            <pc:sldMk cId="711305694" sldId="263"/>
            <ac:spMk id="4" creationId="{ADF0773D-CED1-41D0-9E05-A7590002AD98}"/>
          </ac:spMkLst>
        </pc:spChg>
      </pc:sldChg>
      <pc:sldChg chg="addSp modSp add mod">
        <pc:chgData name="黒沢　爽次" userId="fae486ef-0c84-45a4-a237-2d2b758b0e89" providerId="ADAL" clId="{64A8C56E-7B60-49D6-AD88-22DC8C2BC8B6}" dt="2026-06-02T03:42:48.119" v="472"/>
        <pc:sldMkLst>
          <pc:docMk/>
          <pc:sldMk cId="3138519904" sldId="264"/>
        </pc:sldMkLst>
        <pc:spChg chg="add mod">
          <ac:chgData name="黒沢　爽次" userId="fae486ef-0c84-45a4-a237-2d2b758b0e89" providerId="ADAL" clId="{64A8C56E-7B60-49D6-AD88-22DC8C2BC8B6}" dt="2026-06-02T03:42:48.119" v="472"/>
          <ac:spMkLst>
            <pc:docMk/>
            <pc:sldMk cId="3138519904" sldId="264"/>
            <ac:spMk id="3" creationId="{814FCDF9-6338-4AAA-9D26-48429F8AA0DC}"/>
          </ac:spMkLst>
        </pc:spChg>
        <pc:spChg chg="mod">
          <ac:chgData name="黒沢　爽次" userId="fae486ef-0c84-45a4-a237-2d2b758b0e89" providerId="ADAL" clId="{64A8C56E-7B60-49D6-AD88-22DC8C2BC8B6}" dt="2026-06-02T03:35:23.984" v="304" actId="20577"/>
          <ac:spMkLst>
            <pc:docMk/>
            <pc:sldMk cId="3138519904" sldId="264"/>
            <ac:spMk id="4" creationId="{ADF0773D-CED1-41D0-9E05-A7590002AD98}"/>
          </ac:spMkLst>
        </pc:spChg>
      </pc:sldChg>
      <pc:sldMasterChg chg="addSldLayout">
        <pc:chgData name="黒沢　爽次" userId="fae486ef-0c84-45a4-a237-2d2b758b0e89" providerId="ADAL" clId="{64A8C56E-7B60-49D6-AD88-22DC8C2BC8B6}" dt="2026-06-02T03:16:17.663" v="0" actId="680"/>
        <pc:sldMasterMkLst>
          <pc:docMk/>
          <pc:sldMasterMk cId="619007281" sldId="2147483648"/>
        </pc:sldMasterMkLst>
        <pc:sldLayoutChg chg="add">
          <pc:chgData name="黒沢　爽次" userId="fae486ef-0c84-45a4-a237-2d2b758b0e89" providerId="ADAL" clId="{64A8C56E-7B60-49D6-AD88-22DC8C2BC8B6}" dt="2026-06-02T03:16:17.663" v="0" actId="680"/>
          <pc:sldLayoutMkLst>
            <pc:docMk/>
            <pc:sldMasterMk cId="619007281" sldId="2147483648"/>
            <pc:sldLayoutMk cId="114863389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E2CA4B-5230-4CA4-B022-36CF39804D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9319F7-2C3A-48BE-9E07-F775ADD59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4863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9BE213-15D4-4F1E-A8C5-0EA1252A96F1}"/>
              </a:ext>
            </a:extLst>
          </p:cNvPr>
          <p:cNvSpPr txBox="1"/>
          <p:nvPr/>
        </p:nvSpPr>
        <p:spPr>
          <a:xfrm>
            <a:off x="2636322" y="1397675"/>
            <a:ext cx="18582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メイン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オプション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マッチング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キャラ選択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勝利条件選択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対戦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リザルト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FF344E-63E8-4901-88BF-9FCC54F5E7EA}"/>
              </a:ext>
            </a:extLst>
          </p:cNvPr>
          <p:cNvSpPr txBox="1"/>
          <p:nvPr/>
        </p:nvSpPr>
        <p:spPr>
          <a:xfrm>
            <a:off x="2030680" y="8989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必須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82E25B-14D5-4514-AE52-8F531DAD36DE}"/>
              </a:ext>
            </a:extLst>
          </p:cNvPr>
          <p:cNvSpPr txBox="1"/>
          <p:nvPr/>
        </p:nvSpPr>
        <p:spPr>
          <a:xfrm>
            <a:off x="2030680" y="40909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余裕あれば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5D7CA5-1757-4CF4-9220-0A3A7A7FAA49}"/>
              </a:ext>
            </a:extLst>
          </p:cNvPr>
          <p:cNvSpPr txBox="1"/>
          <p:nvPr/>
        </p:nvSpPr>
        <p:spPr>
          <a:xfrm>
            <a:off x="2677011" y="4615889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キャラ図鑑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戦績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2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2DDECC-ECC3-4F18-A604-21BF70833EAD}"/>
              </a:ext>
            </a:extLst>
          </p:cNvPr>
          <p:cNvSpPr txBox="1"/>
          <p:nvPr/>
        </p:nvSpPr>
        <p:spPr>
          <a:xfrm>
            <a:off x="1068779" y="10094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0AE0A-B76C-4D15-AE15-92C4D7FAD2F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50C9F1-A984-4A58-B5BF-A43A00475759}"/>
              </a:ext>
            </a:extLst>
          </p:cNvPr>
          <p:cNvSpPr/>
          <p:nvPr/>
        </p:nvSpPr>
        <p:spPr>
          <a:xfrm>
            <a:off x="2786742" y="3182587"/>
            <a:ext cx="5486400" cy="16506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3FE237F-0A19-4239-9601-E81C8488FA25}"/>
              </a:ext>
            </a:extLst>
          </p:cNvPr>
          <p:cNvSpPr/>
          <p:nvPr/>
        </p:nvSpPr>
        <p:spPr>
          <a:xfrm>
            <a:off x="3645725" y="5130140"/>
            <a:ext cx="3895106" cy="3431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PRESS B BUTTON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71022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0315C2-4B22-44EC-88AF-6ADA94F7DC58}"/>
              </a:ext>
            </a:extLst>
          </p:cNvPr>
          <p:cNvSpPr txBox="1"/>
          <p:nvPr/>
        </p:nvSpPr>
        <p:spPr>
          <a:xfrm>
            <a:off x="665018" y="95002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メイン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E606B5-A1FD-46E7-8FF0-BEB3C00062E2}"/>
              </a:ext>
            </a:extLst>
          </p:cNvPr>
          <p:cNvSpPr/>
          <p:nvPr/>
        </p:nvSpPr>
        <p:spPr>
          <a:xfrm>
            <a:off x="771897" y="1721922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041455A-AF7B-422B-B49A-8BFD3DB98D9E}"/>
              </a:ext>
            </a:extLst>
          </p:cNvPr>
          <p:cNvSpPr/>
          <p:nvPr/>
        </p:nvSpPr>
        <p:spPr>
          <a:xfrm>
            <a:off x="1425034" y="265059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A1C660-A3C6-4CF7-9272-BCE9FD798291}"/>
              </a:ext>
            </a:extLst>
          </p:cNvPr>
          <p:cNvSpPr/>
          <p:nvPr/>
        </p:nvSpPr>
        <p:spPr>
          <a:xfrm>
            <a:off x="4417620" y="2186257"/>
            <a:ext cx="1591293" cy="16969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ED5AD-F2F0-48A8-84A6-AB3862852905}"/>
              </a:ext>
            </a:extLst>
          </p:cNvPr>
          <p:cNvSpPr/>
          <p:nvPr/>
        </p:nvSpPr>
        <p:spPr>
          <a:xfrm>
            <a:off x="4417619" y="4110059"/>
            <a:ext cx="1591293" cy="16969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639098-03BF-4627-9024-18382B62CF1C}"/>
              </a:ext>
            </a:extLst>
          </p:cNvPr>
          <p:cNvSpPr/>
          <p:nvPr/>
        </p:nvSpPr>
        <p:spPr>
          <a:xfrm>
            <a:off x="6234542" y="3466813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1C937-8C35-403A-A6A3-7113D302B452}"/>
              </a:ext>
            </a:extLst>
          </p:cNvPr>
          <p:cNvSpPr/>
          <p:nvPr/>
        </p:nvSpPr>
        <p:spPr>
          <a:xfrm>
            <a:off x="6234541" y="4747369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87E5BC-780A-4255-884C-3DFCB8AE5BCB}"/>
              </a:ext>
            </a:extLst>
          </p:cNvPr>
          <p:cNvSpPr/>
          <p:nvPr/>
        </p:nvSpPr>
        <p:spPr>
          <a:xfrm>
            <a:off x="6234540" y="2186257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B357F3-4E27-4F42-A0FE-764683A1B5E4}"/>
              </a:ext>
            </a:extLst>
          </p:cNvPr>
          <p:cNvSpPr/>
          <p:nvPr/>
        </p:nvSpPr>
        <p:spPr>
          <a:xfrm>
            <a:off x="1103599" y="1996850"/>
            <a:ext cx="2565876" cy="3788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レベル・経験値</a:t>
            </a:r>
          </a:p>
        </p:txBody>
      </p:sp>
      <p:graphicFrame>
        <p:nvGraphicFramePr>
          <p:cNvPr id="14" name="表 14">
            <a:extLst>
              <a:ext uri="{FF2B5EF4-FFF2-40B4-BE49-F238E27FC236}">
                <a16:creationId xmlns:a16="http://schemas.microsoft.com/office/drawing/2014/main" id="{62172B09-3E02-4868-891D-FCC55766E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72467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033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キャラ選択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3D0D9D-BFAD-4C42-BD10-5FC4047E0A1A}"/>
              </a:ext>
            </a:extLst>
          </p:cNvPr>
          <p:cNvSpPr/>
          <p:nvPr/>
        </p:nvSpPr>
        <p:spPr>
          <a:xfrm>
            <a:off x="665019" y="193567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7D2745B4-6DDE-4BA4-A42D-E1DF162F67B6}"/>
              </a:ext>
            </a:extLst>
          </p:cNvPr>
          <p:cNvSpPr/>
          <p:nvPr/>
        </p:nvSpPr>
        <p:spPr>
          <a:xfrm>
            <a:off x="1738850" y="259790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E5427A-C1E8-4768-9AAE-E3FE0228CD53}"/>
              </a:ext>
            </a:extLst>
          </p:cNvPr>
          <p:cNvSpPr/>
          <p:nvPr/>
        </p:nvSpPr>
        <p:spPr>
          <a:xfrm>
            <a:off x="4872841" y="2802577"/>
            <a:ext cx="2798618" cy="2161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ステータス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F6971CA-6E2E-4107-8F33-3DE3BC936BE9}"/>
              </a:ext>
            </a:extLst>
          </p:cNvPr>
          <p:cNvSpPr/>
          <p:nvPr/>
        </p:nvSpPr>
        <p:spPr>
          <a:xfrm>
            <a:off x="910661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A22918C-A955-4DD6-9ADF-8BED5624CC85}"/>
              </a:ext>
            </a:extLst>
          </p:cNvPr>
          <p:cNvSpPr/>
          <p:nvPr/>
        </p:nvSpPr>
        <p:spPr>
          <a:xfrm>
            <a:off x="3823859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8759893F-BB97-434E-8E23-E9ED9326A0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644436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キャラ変更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957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49DF3-66E2-4517-925D-A1E2BDEED424}"/>
              </a:ext>
            </a:extLst>
          </p:cNvPr>
          <p:cNvSpPr txBox="1"/>
          <p:nvPr/>
        </p:nvSpPr>
        <p:spPr>
          <a:xfrm>
            <a:off x="1579418" y="14844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オプション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56F1BFA-4919-43B4-A901-A3914035D78D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514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マッチング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2A65D1B-28CA-4FB5-A2D6-B5671F0AA6AC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1547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勝利条件選択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CE02B-917A-4B4D-B6AB-EAF738A773E0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285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E9D068-0725-4099-9A99-6272F63D60E6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305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51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85</Words>
  <Application>Microsoft Office PowerPoint</Application>
  <PresentationFormat>ワイド画面</PresentationFormat>
  <Paragraphs>57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2026-06-02T03:16:14Z</dcterms:created>
  <dcterms:modified xsi:type="dcterms:W3CDTF">2026-06-02T06:23:25Z</dcterms:modified>
</cp:coreProperties>
</file>