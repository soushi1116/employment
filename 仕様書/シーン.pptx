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64A8C56E-7B60-49D6-AD88-22DC8C2BC8B6}"/>
    <pc:docChg chg="undo custSel addSld modSld sldOrd">
      <pc:chgData name="黒沢　爽次" userId="fae486ef-0c84-45a4-a237-2d2b758b0e89" providerId="ADAL" clId="{64A8C56E-7B60-49D6-AD88-22DC8C2BC8B6}" dt="2026-06-02T03:42:48.119" v="472"/>
      <pc:docMkLst>
        <pc:docMk/>
      </pc:docMkLst>
      <pc:sldChg chg="addSp delSp modSp new mod">
        <pc:chgData name="黒沢　爽次" userId="fae486ef-0c84-45a4-a237-2d2b758b0e89" providerId="ADAL" clId="{64A8C56E-7B60-49D6-AD88-22DC8C2BC8B6}" dt="2026-06-02T03:34:14.149" v="256" actId="5793"/>
        <pc:sldMkLst>
          <pc:docMk/>
          <pc:sldMk cId="4266261445" sldId="256"/>
        </pc:sldMkLst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2" creationId="{44F2C1FC-608E-4AF2-AF35-7D20E9DD92AE}"/>
          </ac:spMkLst>
        </pc:spChg>
        <pc:spChg chg="del">
          <ac:chgData name="黒沢　爽次" userId="fae486ef-0c84-45a4-a237-2d2b758b0e89" providerId="ADAL" clId="{64A8C56E-7B60-49D6-AD88-22DC8C2BC8B6}" dt="2026-06-02T03:16:20.400" v="1" actId="478"/>
          <ac:spMkLst>
            <pc:docMk/>
            <pc:sldMk cId="4266261445" sldId="256"/>
            <ac:spMk id="3" creationId="{EC343E29-B3CE-453F-87A4-354045A0EE0C}"/>
          </ac:spMkLst>
        </pc:spChg>
        <pc:spChg chg="add mod">
          <ac:chgData name="黒沢　爽次" userId="fae486ef-0c84-45a4-a237-2d2b758b0e89" providerId="ADAL" clId="{64A8C56E-7B60-49D6-AD88-22DC8C2BC8B6}" dt="2026-06-02T03:34:14.149" v="256" actId="5793"/>
          <ac:spMkLst>
            <pc:docMk/>
            <pc:sldMk cId="4266261445" sldId="256"/>
            <ac:spMk id="4" creationId="{179BE213-15D4-4F1E-A8C5-0EA1252A96F1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5" creationId="{78FF344E-63E8-4901-88BF-9FCC54F5E7EA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6" creationId="{3982E25B-14D5-4514-AE52-8F531DAD36DE}"/>
          </ac:spMkLst>
        </pc:spChg>
        <pc:spChg chg="add mod">
          <ac:chgData name="黒沢　爽次" userId="fae486ef-0c84-45a4-a237-2d2b758b0e89" providerId="ADAL" clId="{64A8C56E-7B60-49D6-AD88-22DC8C2BC8B6}" dt="2026-06-02T03:19:00.665" v="183" actId="1076"/>
          <ac:spMkLst>
            <pc:docMk/>
            <pc:sldMk cId="4266261445" sldId="256"/>
            <ac:spMk id="7" creationId="{0B5D7CA5-1757-4CF4-9220-0A3A7A7FAA49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2T03:42:41.832" v="466"/>
        <pc:sldMkLst>
          <pc:docMk/>
          <pc:sldMk cId="3471022167" sldId="257"/>
        </pc:sldMkLst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2" creationId="{C94BEC32-5297-4D69-B206-D5D929CE88F7}"/>
          </ac:spMkLst>
        </pc:spChg>
        <pc:spChg chg="del">
          <ac:chgData name="黒沢　爽次" userId="fae486ef-0c84-45a4-a237-2d2b758b0e89" providerId="ADAL" clId="{64A8C56E-7B60-49D6-AD88-22DC8C2BC8B6}" dt="2026-06-02T03:32:54.390" v="194" actId="478"/>
          <ac:spMkLst>
            <pc:docMk/>
            <pc:sldMk cId="3471022167" sldId="257"/>
            <ac:spMk id="3" creationId="{3F99BC61-E03E-4E71-B61B-B096A4926240}"/>
          </ac:spMkLst>
        </pc:spChg>
        <pc:spChg chg="add mod">
          <ac:chgData name="黒沢　爽次" userId="fae486ef-0c84-45a4-a237-2d2b758b0e89" providerId="ADAL" clId="{64A8C56E-7B60-49D6-AD88-22DC8C2BC8B6}" dt="2026-06-02T03:33:39.162" v="225" actId="20577"/>
          <ac:spMkLst>
            <pc:docMk/>
            <pc:sldMk cId="3471022167" sldId="257"/>
            <ac:spMk id="4" creationId="{1A2DDECC-ECC3-4F18-A604-21BF70833EAD}"/>
          </ac:spMkLst>
        </pc:spChg>
        <pc:spChg chg="add mod">
          <ac:chgData name="黒沢　爽次" userId="fae486ef-0c84-45a4-a237-2d2b758b0e89" providerId="ADAL" clId="{64A8C56E-7B60-49D6-AD88-22DC8C2BC8B6}" dt="2026-06-02T03:42:41.832" v="466"/>
          <ac:spMkLst>
            <pc:docMk/>
            <pc:sldMk cId="3471022167" sldId="257"/>
            <ac:spMk id="5" creationId="{CDE0AE0A-B76C-4D15-AE15-92C4D7FAD2F2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2T03:42:28.093" v="465" actId="1076"/>
        <pc:sldMkLst>
          <pc:docMk/>
          <pc:sldMk cId="2222033658" sldId="258"/>
        </pc:sldMkLst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2" creationId="{CA5A493C-AC34-4B46-9F8E-74DE167106E0}"/>
          </ac:spMkLst>
        </pc:spChg>
        <pc:spChg chg="del">
          <ac:chgData name="黒沢　爽次" userId="fae486ef-0c84-45a4-a237-2d2b758b0e89" providerId="ADAL" clId="{64A8C56E-7B60-49D6-AD88-22DC8C2BC8B6}" dt="2026-06-02T03:33:46.008" v="227" actId="478"/>
          <ac:spMkLst>
            <pc:docMk/>
            <pc:sldMk cId="2222033658" sldId="258"/>
            <ac:spMk id="3" creationId="{F4E97B02-3351-41A3-A14B-38EEB59436B1}"/>
          </ac:spMkLst>
        </pc:spChg>
        <pc:spChg chg="add mod">
          <ac:chgData name="黒沢　爽次" userId="fae486ef-0c84-45a4-a237-2d2b758b0e89" providerId="ADAL" clId="{64A8C56E-7B60-49D6-AD88-22DC8C2BC8B6}" dt="2026-06-02T03:33:53.643" v="245" actId="20577"/>
          <ac:spMkLst>
            <pc:docMk/>
            <pc:sldMk cId="2222033658" sldId="258"/>
            <ac:spMk id="4" creationId="{900315C2-4B22-44EC-88AF-6ADA94F7DC58}"/>
          </ac:spMkLst>
        </pc:spChg>
        <pc:spChg chg="add mod">
          <ac:chgData name="黒沢　爽次" userId="fae486ef-0c84-45a4-a237-2d2b758b0e89" providerId="ADAL" clId="{64A8C56E-7B60-49D6-AD88-22DC8C2BC8B6}" dt="2026-06-02T03:36:00.767" v="308" actId="14100"/>
          <ac:spMkLst>
            <pc:docMk/>
            <pc:sldMk cId="2222033658" sldId="258"/>
            <ac:spMk id="5" creationId="{93E606B5-A1FD-46E7-8FF0-BEB3C00062E2}"/>
          </ac:spMkLst>
        </pc:spChg>
        <pc:spChg chg="add mod">
          <ac:chgData name="黒沢　爽次" userId="fae486ef-0c84-45a4-a237-2d2b758b0e89" providerId="ADAL" clId="{64A8C56E-7B60-49D6-AD88-22DC8C2BC8B6}" dt="2026-06-02T03:42:28.093" v="465" actId="1076"/>
          <ac:spMkLst>
            <pc:docMk/>
            <pc:sldMk cId="2222033658" sldId="258"/>
            <ac:spMk id="6" creationId="{5041455A-AF7B-422B-B49A-8BFD3DB98D9E}"/>
          </ac:spMkLst>
        </pc:spChg>
        <pc:spChg chg="add mod">
          <ac:chgData name="黒沢　爽次" userId="fae486ef-0c84-45a4-a237-2d2b758b0e89" providerId="ADAL" clId="{64A8C56E-7B60-49D6-AD88-22DC8C2BC8B6}" dt="2026-06-02T03:38:32.463" v="367" actId="1076"/>
          <ac:spMkLst>
            <pc:docMk/>
            <pc:sldMk cId="2222033658" sldId="258"/>
            <ac:spMk id="7" creationId="{47A1C660-A3C6-4CF7-9272-BCE9FD798291}"/>
          </ac:spMkLst>
        </pc:spChg>
        <pc:spChg chg="add del">
          <ac:chgData name="黒沢　爽次" userId="fae486ef-0c84-45a4-a237-2d2b758b0e89" providerId="ADAL" clId="{64A8C56E-7B60-49D6-AD88-22DC8C2BC8B6}" dt="2026-06-02T03:38:25.540" v="364" actId="478"/>
          <ac:spMkLst>
            <pc:docMk/>
            <pc:sldMk cId="2222033658" sldId="258"/>
            <ac:spMk id="8" creationId="{AF19D8B8-BB5B-44C4-8B37-4C1B8AD1D78C}"/>
          </ac:spMkLst>
        </pc:spChg>
        <pc:spChg chg="add mod">
          <ac:chgData name="黒沢　爽次" userId="fae486ef-0c84-45a4-a237-2d2b758b0e89" providerId="ADAL" clId="{64A8C56E-7B60-49D6-AD88-22DC8C2BC8B6}" dt="2026-06-02T03:40:55.364" v="409" actId="14100"/>
          <ac:spMkLst>
            <pc:docMk/>
            <pc:sldMk cId="2222033658" sldId="258"/>
            <ac:spMk id="9" creationId="{C31ED5AD-F2F0-48A8-84A6-AB3862852905}"/>
          </ac:spMkLst>
        </pc:spChg>
        <pc:spChg chg="add mod">
          <ac:chgData name="黒沢　爽次" userId="fae486ef-0c84-45a4-a237-2d2b758b0e89" providerId="ADAL" clId="{64A8C56E-7B60-49D6-AD88-22DC8C2BC8B6}" dt="2026-06-02T03:39:02.730" v="385" actId="1076"/>
          <ac:spMkLst>
            <pc:docMk/>
            <pc:sldMk cId="2222033658" sldId="258"/>
            <ac:spMk id="10" creationId="{0A639098-03BF-4627-9024-18382B62CF1C}"/>
          </ac:spMkLst>
        </pc:spChg>
        <pc:spChg chg="add mod">
          <ac:chgData name="黒沢　爽次" userId="fae486ef-0c84-45a4-a237-2d2b758b0e89" providerId="ADAL" clId="{64A8C56E-7B60-49D6-AD88-22DC8C2BC8B6}" dt="2026-06-02T03:39:45.368" v="407" actId="20577"/>
          <ac:spMkLst>
            <pc:docMk/>
            <pc:sldMk cId="2222033658" sldId="258"/>
            <ac:spMk id="11" creationId="{D151C937-8C35-403A-A6A3-7113D302B452}"/>
          </ac:spMkLst>
        </pc:spChg>
        <pc:spChg chg="add mod">
          <ac:chgData name="黒沢　爽次" userId="fae486ef-0c84-45a4-a237-2d2b758b0e89" providerId="ADAL" clId="{64A8C56E-7B60-49D6-AD88-22DC8C2BC8B6}" dt="2026-06-02T03:41:11.713" v="421" actId="20577"/>
          <ac:spMkLst>
            <pc:docMk/>
            <pc:sldMk cId="2222033658" sldId="258"/>
            <ac:spMk id="12" creationId="{9687E5BC-780A-4255-884C-3DFCB8AE5BCB}"/>
          </ac:spMkLst>
        </pc:spChg>
        <pc:spChg chg="add mod">
          <ac:chgData name="黒沢　爽次" userId="fae486ef-0c84-45a4-a237-2d2b758b0e89" providerId="ADAL" clId="{64A8C56E-7B60-49D6-AD88-22DC8C2BC8B6}" dt="2026-06-02T03:42:08.141" v="460" actId="1076"/>
          <ac:spMkLst>
            <pc:docMk/>
            <pc:sldMk cId="2222033658" sldId="258"/>
            <ac:spMk id="13" creationId="{48B357F3-4E27-4F42-A0FE-764683A1B5E4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2T03:42:43.158" v="467"/>
        <pc:sldMkLst>
          <pc:docMk/>
          <pc:sldMk cId="3886514761" sldId="259"/>
        </pc:sldMkLst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2" creationId="{3F80B128-19C0-452E-8A44-FCF76D0A6269}"/>
          </ac:spMkLst>
        </pc:spChg>
        <pc:spChg chg="del">
          <ac:chgData name="黒沢　爽次" userId="fae486ef-0c84-45a4-a237-2d2b758b0e89" providerId="ADAL" clId="{64A8C56E-7B60-49D6-AD88-22DC8C2BC8B6}" dt="2026-06-02T03:33:57.585" v="247" actId="478"/>
          <ac:spMkLst>
            <pc:docMk/>
            <pc:sldMk cId="3886514761" sldId="259"/>
            <ac:spMk id="3" creationId="{6A2610D8-A2D4-429E-8CE7-FAF1C2DD4A1A}"/>
          </ac:spMkLst>
        </pc:spChg>
        <pc:spChg chg="add mod">
          <ac:chgData name="黒沢　爽次" userId="fae486ef-0c84-45a4-a237-2d2b758b0e89" providerId="ADAL" clId="{64A8C56E-7B60-49D6-AD88-22DC8C2BC8B6}" dt="2026-06-02T03:34:02.748" v="253" actId="20577"/>
          <ac:spMkLst>
            <pc:docMk/>
            <pc:sldMk cId="3886514761" sldId="259"/>
            <ac:spMk id="4" creationId="{8EE49DF3-66E2-4517-925D-A1E2BDEED424}"/>
          </ac:spMkLst>
        </pc:spChg>
        <pc:spChg chg="add mod">
          <ac:chgData name="黒沢　爽次" userId="fae486ef-0c84-45a4-a237-2d2b758b0e89" providerId="ADAL" clId="{64A8C56E-7B60-49D6-AD88-22DC8C2BC8B6}" dt="2026-06-02T03:42:43.158" v="467"/>
          <ac:spMkLst>
            <pc:docMk/>
            <pc:sldMk cId="3886514761" sldId="259"/>
            <ac:spMk id="5" creationId="{856F1BFA-4919-43B4-A901-A3914035D78D}"/>
          </ac:spMkLst>
        </pc:spChg>
      </pc:sldChg>
      <pc:sldChg chg="addSp delSp modSp new mod">
        <pc:chgData name="黒沢　爽次" userId="fae486ef-0c84-45a4-a237-2d2b758b0e89" providerId="ADAL" clId="{64A8C56E-7B60-49D6-AD88-22DC8C2BC8B6}" dt="2026-06-02T03:42:44.964" v="469"/>
        <pc:sldMkLst>
          <pc:docMk/>
          <pc:sldMk cId="511957640" sldId="260"/>
        </pc:sldMkLst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2" creationId="{B5815396-55DE-49ED-A5DE-0927A78DAB17}"/>
          </ac:spMkLst>
        </pc:spChg>
        <pc:spChg chg="del">
          <ac:chgData name="黒沢　爽次" userId="fae486ef-0c84-45a4-a237-2d2b758b0e89" providerId="ADAL" clId="{64A8C56E-7B60-49D6-AD88-22DC8C2BC8B6}" dt="2026-06-02T03:34:40.127" v="258" actId="478"/>
          <ac:spMkLst>
            <pc:docMk/>
            <pc:sldMk cId="511957640" sldId="260"/>
            <ac:spMk id="3" creationId="{334069AB-73A9-4EA8-B0D8-6F0EBFE94943}"/>
          </ac:spMkLst>
        </pc:spChg>
        <pc:spChg chg="add mod">
          <ac:chgData name="黒沢　爽次" userId="fae486ef-0c84-45a4-a237-2d2b758b0e89" providerId="ADAL" clId="{64A8C56E-7B60-49D6-AD88-22DC8C2BC8B6}" dt="2026-06-02T03:34:45.519" v="268" actId="20577"/>
          <ac:spMkLst>
            <pc:docMk/>
            <pc:sldMk cId="511957640" sldId="260"/>
            <ac:spMk id="4" creationId="{ADF0773D-CED1-41D0-9E05-A7590002AD98}"/>
          </ac:spMkLst>
        </pc:spChg>
        <pc:spChg chg="add mod">
          <ac:chgData name="黒沢　爽次" userId="fae486ef-0c84-45a4-a237-2d2b758b0e89" providerId="ADAL" clId="{64A8C56E-7B60-49D6-AD88-22DC8C2BC8B6}" dt="2026-06-02T03:42:44.964" v="469"/>
          <ac:spMkLst>
            <pc:docMk/>
            <pc:sldMk cId="511957640" sldId="260"/>
            <ac:spMk id="5" creationId="{A63D0D9D-BFAD-4C42-BD10-5FC4047E0A1A}"/>
          </ac:spMkLst>
        </pc:spChg>
      </pc:sldChg>
      <pc:sldChg chg="addSp modSp add mod">
        <pc:chgData name="黒沢　爽次" userId="fae486ef-0c84-45a4-a237-2d2b758b0e89" providerId="ADAL" clId="{64A8C56E-7B60-49D6-AD88-22DC8C2BC8B6}" dt="2026-06-02T03:42:45.798" v="470"/>
        <pc:sldMkLst>
          <pc:docMk/>
          <pc:sldMk cId="1340285474" sldId="261"/>
        </pc:sldMkLst>
        <pc:spChg chg="add mod">
          <ac:chgData name="黒沢　爽次" userId="fae486ef-0c84-45a4-a237-2d2b758b0e89" providerId="ADAL" clId="{64A8C56E-7B60-49D6-AD88-22DC8C2BC8B6}" dt="2026-06-02T03:42:45.798" v="470"/>
          <ac:spMkLst>
            <pc:docMk/>
            <pc:sldMk cId="1340285474" sldId="261"/>
            <ac:spMk id="3" creationId="{3E0CE02B-917A-4B4D-B6AB-EAF738A773E0}"/>
          </ac:spMkLst>
        </pc:spChg>
        <pc:spChg chg="mod">
          <ac:chgData name="黒沢　爽次" userId="fae486ef-0c84-45a4-a237-2d2b758b0e89" providerId="ADAL" clId="{64A8C56E-7B60-49D6-AD88-22DC8C2BC8B6}" dt="2026-06-02T03:34:59.130" v="278" actId="20577"/>
          <ac:spMkLst>
            <pc:docMk/>
            <pc:sldMk cId="1340285474" sldId="261"/>
            <ac:spMk id="4" creationId="{ADF0773D-CED1-41D0-9E05-A7590002AD98}"/>
          </ac:spMkLst>
        </pc:spChg>
      </pc:sldChg>
      <pc:sldChg chg="addSp modSp add mod ord">
        <pc:chgData name="黒沢　爽次" userId="fae486ef-0c84-45a4-a237-2d2b758b0e89" providerId="ADAL" clId="{64A8C56E-7B60-49D6-AD88-22DC8C2BC8B6}" dt="2026-06-02T03:42:44.094" v="468"/>
        <pc:sldMkLst>
          <pc:docMk/>
          <pc:sldMk cId="1641547357" sldId="262"/>
        </pc:sldMkLst>
        <pc:spChg chg="add mod">
          <ac:chgData name="黒沢　爽次" userId="fae486ef-0c84-45a4-a237-2d2b758b0e89" providerId="ADAL" clId="{64A8C56E-7B60-49D6-AD88-22DC8C2BC8B6}" dt="2026-06-02T03:42:44.094" v="468"/>
          <ac:spMkLst>
            <pc:docMk/>
            <pc:sldMk cId="1641547357" sldId="262"/>
            <ac:spMk id="3" creationId="{C2A65D1B-28CA-4FB5-A2D6-B5671F0AA6AC}"/>
          </ac:spMkLst>
        </pc:spChg>
        <pc:spChg chg="mod">
          <ac:chgData name="黒沢　爽次" userId="fae486ef-0c84-45a4-a237-2d2b758b0e89" providerId="ADAL" clId="{64A8C56E-7B60-49D6-AD88-22DC8C2BC8B6}" dt="2026-06-02T03:35:08.570" v="287" actId="20577"/>
          <ac:spMkLst>
            <pc:docMk/>
            <pc:sldMk cId="1641547357" sldId="262"/>
            <ac:spMk id="4" creationId="{ADF0773D-CED1-41D0-9E05-A7590002AD98}"/>
          </ac:spMkLst>
        </pc:spChg>
      </pc:sldChg>
      <pc:sldChg chg="addSp modSp add mod">
        <pc:chgData name="黒沢　爽次" userId="fae486ef-0c84-45a4-a237-2d2b758b0e89" providerId="ADAL" clId="{64A8C56E-7B60-49D6-AD88-22DC8C2BC8B6}" dt="2026-06-02T03:42:46.828" v="471"/>
        <pc:sldMkLst>
          <pc:docMk/>
          <pc:sldMk cId="711305694" sldId="263"/>
        </pc:sldMkLst>
        <pc:spChg chg="add mod">
          <ac:chgData name="黒沢　爽次" userId="fae486ef-0c84-45a4-a237-2d2b758b0e89" providerId="ADAL" clId="{64A8C56E-7B60-49D6-AD88-22DC8C2BC8B6}" dt="2026-06-02T03:42:46.828" v="471"/>
          <ac:spMkLst>
            <pc:docMk/>
            <pc:sldMk cId="711305694" sldId="263"/>
            <ac:spMk id="3" creationId="{E4E9D068-0725-4099-9A99-6272F63D60E6}"/>
          </ac:spMkLst>
        </pc:spChg>
        <pc:spChg chg="mod">
          <ac:chgData name="黒沢　爽次" userId="fae486ef-0c84-45a4-a237-2d2b758b0e89" providerId="ADAL" clId="{64A8C56E-7B60-49D6-AD88-22DC8C2BC8B6}" dt="2026-06-02T03:35:18.385" v="297" actId="20577"/>
          <ac:spMkLst>
            <pc:docMk/>
            <pc:sldMk cId="711305694" sldId="263"/>
            <ac:spMk id="4" creationId="{ADF0773D-CED1-41D0-9E05-A7590002AD98}"/>
          </ac:spMkLst>
        </pc:spChg>
      </pc:sldChg>
      <pc:sldChg chg="addSp modSp add mod">
        <pc:chgData name="黒沢　爽次" userId="fae486ef-0c84-45a4-a237-2d2b758b0e89" providerId="ADAL" clId="{64A8C56E-7B60-49D6-AD88-22DC8C2BC8B6}" dt="2026-06-02T03:42:48.119" v="472"/>
        <pc:sldMkLst>
          <pc:docMk/>
          <pc:sldMk cId="3138519904" sldId="264"/>
        </pc:sldMkLst>
        <pc:spChg chg="add mod">
          <ac:chgData name="黒沢　爽次" userId="fae486ef-0c84-45a4-a237-2d2b758b0e89" providerId="ADAL" clId="{64A8C56E-7B60-49D6-AD88-22DC8C2BC8B6}" dt="2026-06-02T03:42:48.119" v="472"/>
          <ac:spMkLst>
            <pc:docMk/>
            <pc:sldMk cId="3138519904" sldId="264"/>
            <ac:spMk id="3" creationId="{814FCDF9-6338-4AAA-9D26-48429F8AA0DC}"/>
          </ac:spMkLst>
        </pc:spChg>
        <pc:spChg chg="mod">
          <ac:chgData name="黒沢　爽次" userId="fae486ef-0c84-45a4-a237-2d2b758b0e89" providerId="ADAL" clId="{64A8C56E-7B60-49D6-AD88-22DC8C2BC8B6}" dt="2026-06-02T03:35:23.984" v="304" actId="20577"/>
          <ac:spMkLst>
            <pc:docMk/>
            <pc:sldMk cId="3138519904" sldId="264"/>
            <ac:spMk id="4" creationId="{ADF0773D-CED1-41D0-9E05-A7590002AD98}"/>
          </ac:spMkLst>
        </pc:spChg>
      </pc:sldChg>
      <pc:sldMasterChg chg="addSldLayout">
        <pc:chgData name="黒沢　爽次" userId="fae486ef-0c84-45a4-a237-2d2b758b0e89" providerId="ADAL" clId="{64A8C56E-7B60-49D6-AD88-22DC8C2BC8B6}" dt="2026-06-02T03:16:17.663" v="0" actId="680"/>
        <pc:sldMasterMkLst>
          <pc:docMk/>
          <pc:sldMasterMk cId="619007281" sldId="2147483648"/>
        </pc:sldMasterMkLst>
        <pc:sldLayoutChg chg="add">
          <pc:chgData name="黒沢　爽次" userId="fae486ef-0c84-45a4-a237-2d2b758b0e89" providerId="ADAL" clId="{64A8C56E-7B60-49D6-AD88-22DC8C2BC8B6}" dt="2026-06-02T03:16:17.663" v="0" actId="680"/>
          <pc:sldLayoutMkLst>
            <pc:docMk/>
            <pc:sldMasterMk cId="619007281" sldId="2147483648"/>
            <pc:sldLayoutMk cId="114863389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E2CA4B-5230-4CA4-B022-36CF39804D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9319F7-2C3A-48BE-9E07-F775ADD59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148633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900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9BE213-15D4-4F1E-A8C5-0EA1252A96F1}"/>
              </a:ext>
            </a:extLst>
          </p:cNvPr>
          <p:cNvSpPr txBox="1"/>
          <p:nvPr/>
        </p:nvSpPr>
        <p:spPr>
          <a:xfrm>
            <a:off x="2636322" y="1397675"/>
            <a:ext cx="185820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タイトル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メイン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オプション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マッチング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キャラ選択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勝利条件選択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対戦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リザルト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8FF344E-63E8-4901-88BF-9FCC54F5E7EA}"/>
              </a:ext>
            </a:extLst>
          </p:cNvPr>
          <p:cNvSpPr txBox="1"/>
          <p:nvPr/>
        </p:nvSpPr>
        <p:spPr>
          <a:xfrm>
            <a:off x="2030680" y="89891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必須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982E25B-14D5-4514-AE52-8F531DAD36DE}"/>
              </a:ext>
            </a:extLst>
          </p:cNvPr>
          <p:cNvSpPr txBox="1"/>
          <p:nvPr/>
        </p:nvSpPr>
        <p:spPr>
          <a:xfrm>
            <a:off x="2030680" y="409098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余裕あれば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B5D7CA5-1757-4CF4-9220-0A3A7A7FAA49}"/>
              </a:ext>
            </a:extLst>
          </p:cNvPr>
          <p:cNvSpPr txBox="1"/>
          <p:nvPr/>
        </p:nvSpPr>
        <p:spPr>
          <a:xfrm>
            <a:off x="2677011" y="4615889"/>
            <a:ext cx="1627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キャラ図鑑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戦績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6626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2DDECC-ECC3-4F18-A604-21BF70833EAD}"/>
              </a:ext>
            </a:extLst>
          </p:cNvPr>
          <p:cNvSpPr txBox="1"/>
          <p:nvPr/>
        </p:nvSpPr>
        <p:spPr>
          <a:xfrm>
            <a:off x="1068779" y="100940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DE0AE0A-B76C-4D15-AE15-92C4D7FAD2F2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1022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0315C2-4B22-44EC-88AF-6ADA94F7DC58}"/>
              </a:ext>
            </a:extLst>
          </p:cNvPr>
          <p:cNvSpPr txBox="1"/>
          <p:nvPr/>
        </p:nvSpPr>
        <p:spPr>
          <a:xfrm>
            <a:off x="1781299" y="12469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メイン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3E606B5-A1FD-46E7-8FF0-BEB3C00062E2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5041455A-AF7B-422B-B49A-8BFD3DB98D9E}"/>
              </a:ext>
            </a:extLst>
          </p:cNvPr>
          <p:cNvSpPr/>
          <p:nvPr/>
        </p:nvSpPr>
        <p:spPr>
          <a:xfrm>
            <a:off x="2541315" y="2947474"/>
            <a:ext cx="2125687" cy="2998171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選択中のキャラクター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7A1C660-A3C6-4CF7-9272-BCE9FD798291}"/>
              </a:ext>
            </a:extLst>
          </p:cNvPr>
          <p:cNvSpPr/>
          <p:nvPr/>
        </p:nvSpPr>
        <p:spPr>
          <a:xfrm>
            <a:off x="5533901" y="2483140"/>
            <a:ext cx="1591293" cy="16969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バトル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31ED5AD-F2F0-48A8-84A6-AB3862852905}"/>
              </a:ext>
            </a:extLst>
          </p:cNvPr>
          <p:cNvSpPr/>
          <p:nvPr/>
        </p:nvSpPr>
        <p:spPr>
          <a:xfrm>
            <a:off x="5533900" y="4406942"/>
            <a:ext cx="1591293" cy="169697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キャラクター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A639098-03BF-4627-9024-18382B62CF1C}"/>
              </a:ext>
            </a:extLst>
          </p:cNvPr>
          <p:cNvSpPr/>
          <p:nvPr/>
        </p:nvSpPr>
        <p:spPr>
          <a:xfrm>
            <a:off x="7350823" y="3763696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オプション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1C937-8C35-403A-A6A3-7113D302B452}"/>
              </a:ext>
            </a:extLst>
          </p:cNvPr>
          <p:cNvSpPr/>
          <p:nvPr/>
        </p:nvSpPr>
        <p:spPr>
          <a:xfrm>
            <a:off x="7350822" y="5044252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戦績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87E5BC-780A-4255-884C-3DFCB8AE5BCB}"/>
              </a:ext>
            </a:extLst>
          </p:cNvPr>
          <p:cNvSpPr/>
          <p:nvPr/>
        </p:nvSpPr>
        <p:spPr>
          <a:xfrm>
            <a:off x="7350821" y="2483140"/>
            <a:ext cx="1591293" cy="1067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練習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8B357F3-4E27-4F42-A0FE-764683A1B5E4}"/>
              </a:ext>
            </a:extLst>
          </p:cNvPr>
          <p:cNvSpPr/>
          <p:nvPr/>
        </p:nvSpPr>
        <p:spPr>
          <a:xfrm>
            <a:off x="2219880" y="2293733"/>
            <a:ext cx="2565876" cy="3788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レベル・経験値</a:t>
            </a:r>
          </a:p>
        </p:txBody>
      </p:sp>
    </p:spTree>
    <p:extLst>
      <p:ext uri="{BB962C8B-B14F-4D97-AF65-F5344CB8AC3E}">
        <p14:creationId xmlns:p14="http://schemas.microsoft.com/office/powerpoint/2010/main" val="2222033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E49DF3-66E2-4517-925D-A1E2BDEED424}"/>
              </a:ext>
            </a:extLst>
          </p:cNvPr>
          <p:cNvSpPr txBox="1"/>
          <p:nvPr/>
        </p:nvSpPr>
        <p:spPr>
          <a:xfrm>
            <a:off x="1579418" y="148441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オプション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56F1BFA-4919-43B4-A901-A3914035D78D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514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マッチング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2A65D1B-28CA-4FB5-A2D6-B5671F0AA6AC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1547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キャラ選択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63D0D9D-BFAD-4C42-BD10-5FC4047E0A1A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1957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勝利条件選択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E0CE02B-917A-4B4D-B6AB-EAF738A773E0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0285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対戦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4E9D068-0725-4099-9A99-6272F63D60E6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305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F0773D-CED1-41D0-9E05-A7590002AD98}"/>
              </a:ext>
            </a:extLst>
          </p:cNvPr>
          <p:cNvSpPr txBox="1"/>
          <p:nvPr/>
        </p:nvSpPr>
        <p:spPr>
          <a:xfrm>
            <a:off x="1947553" y="112815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リザルト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14FCDF9-6338-4AAA-9D26-48429F8AA0DC}"/>
              </a:ext>
            </a:extLst>
          </p:cNvPr>
          <p:cNvSpPr/>
          <p:nvPr/>
        </p:nvSpPr>
        <p:spPr>
          <a:xfrm>
            <a:off x="1888178" y="2018805"/>
            <a:ext cx="7517080" cy="43226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8519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39</Words>
  <Application>Microsoft Office PowerPoint</Application>
  <PresentationFormat>ワイド画面</PresentationFormat>
  <Paragraphs>27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1</cp:revision>
  <dcterms:created xsi:type="dcterms:W3CDTF">2026-06-02T03:16:14Z</dcterms:created>
  <dcterms:modified xsi:type="dcterms:W3CDTF">2026-06-02T03:43:19Z</dcterms:modified>
</cp:coreProperties>
</file>