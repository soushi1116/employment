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26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黒沢　爽次" userId="fae486ef-0c84-45a4-a237-2d2b758b0e89" providerId="ADAL" clId="{FCC73A94-0200-4CBC-9B10-83CBE5D1FA7B}"/>
    <pc:docChg chg="undo custSel addSld modSld">
      <pc:chgData name="黒沢　爽次" userId="fae486ef-0c84-45a4-a237-2d2b758b0e89" providerId="ADAL" clId="{FCC73A94-0200-4CBC-9B10-83CBE5D1FA7B}" dt="2026-06-02T03:05:02.027" v="393" actId="20577"/>
      <pc:docMkLst>
        <pc:docMk/>
      </pc:docMkLst>
      <pc:sldChg chg="addSp delSp modSp new mod">
        <pc:chgData name="黒沢　爽次" userId="fae486ef-0c84-45a4-a237-2d2b758b0e89" providerId="ADAL" clId="{FCC73A94-0200-4CBC-9B10-83CBE5D1FA7B}" dt="2026-06-02T03:05:02.027" v="393" actId="20577"/>
        <pc:sldMkLst>
          <pc:docMk/>
          <pc:sldMk cId="4140877535" sldId="256"/>
        </pc:sldMkLst>
        <pc:spChg chg="del">
          <ac:chgData name="黒沢　爽次" userId="fae486ef-0c84-45a4-a237-2d2b758b0e89" providerId="ADAL" clId="{FCC73A94-0200-4CBC-9B10-83CBE5D1FA7B}" dt="2026-06-02T02:54:19.607" v="1" actId="478"/>
          <ac:spMkLst>
            <pc:docMk/>
            <pc:sldMk cId="4140877535" sldId="256"/>
            <ac:spMk id="2" creationId="{71676515-63E8-4B9D-8ADF-B5773BE04306}"/>
          </ac:spMkLst>
        </pc:spChg>
        <pc:spChg chg="add mod">
          <ac:chgData name="黒沢　爽次" userId="fae486ef-0c84-45a4-a237-2d2b758b0e89" providerId="ADAL" clId="{FCC73A94-0200-4CBC-9B10-83CBE5D1FA7B}" dt="2026-06-02T03:05:02.027" v="393" actId="20577"/>
          <ac:spMkLst>
            <pc:docMk/>
            <pc:sldMk cId="4140877535" sldId="256"/>
            <ac:spMk id="2" creationId="{D0B1B829-800C-4F14-A880-42A40A214D0C}"/>
          </ac:spMkLst>
        </pc:spChg>
        <pc:spChg chg="del">
          <ac:chgData name="黒沢　爽次" userId="fae486ef-0c84-45a4-a237-2d2b758b0e89" providerId="ADAL" clId="{FCC73A94-0200-4CBC-9B10-83CBE5D1FA7B}" dt="2026-06-02T02:54:19.607" v="1" actId="478"/>
          <ac:spMkLst>
            <pc:docMk/>
            <pc:sldMk cId="4140877535" sldId="256"/>
            <ac:spMk id="3" creationId="{66A35CE3-0ABE-48AE-AE76-1390040BC2E9}"/>
          </ac:spMkLst>
        </pc:spChg>
      </pc:sldChg>
      <pc:sldMasterChg chg="addSldLayout">
        <pc:chgData name="黒沢　爽次" userId="fae486ef-0c84-45a4-a237-2d2b758b0e89" providerId="ADAL" clId="{FCC73A94-0200-4CBC-9B10-83CBE5D1FA7B}" dt="2026-06-02T02:54:13.403" v="0" actId="680"/>
        <pc:sldMasterMkLst>
          <pc:docMk/>
          <pc:sldMasterMk cId="3221134055" sldId="2147483648"/>
        </pc:sldMasterMkLst>
        <pc:sldLayoutChg chg="add">
          <pc:chgData name="黒沢　爽次" userId="fae486ef-0c84-45a4-a237-2d2b758b0e89" providerId="ADAL" clId="{FCC73A94-0200-4CBC-9B10-83CBE5D1FA7B}" dt="2026-06-02T02:54:13.403" v="0" actId="680"/>
          <pc:sldLayoutMkLst>
            <pc:docMk/>
            <pc:sldMasterMk cId="3221134055" sldId="2147483648"/>
            <pc:sldLayoutMk cId="4220751240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F8FBD5-D26F-46D8-85C4-CB5A5DCB1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2790BF6-2A52-4A6D-9B02-7B73E3B63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220751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1134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0B1B829-800C-4F14-A880-42A40A214D0C}"/>
              </a:ext>
            </a:extLst>
          </p:cNvPr>
          <p:cNvSpPr txBox="1"/>
          <p:nvPr/>
        </p:nvSpPr>
        <p:spPr>
          <a:xfrm>
            <a:off x="1389413" y="1377538"/>
            <a:ext cx="901400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親が勝利条件を達成→親の勝利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親を撃破→子の勝利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時間制限はなし、一定時間が経つとサドンデスモードに突入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サドンデスモード</a:t>
            </a:r>
            <a:r>
              <a:rPr lang="en-US" altLang="ja-JP" dirty="0"/>
              <a:t>…</a:t>
            </a:r>
            <a:r>
              <a:rPr lang="ja-JP" altLang="en-US" dirty="0"/>
              <a:t>攻撃によるダメージが２倍、３倍と時間経過とともに多くなる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誰が親になるか</a:t>
            </a:r>
            <a:r>
              <a:rPr lang="ja-JP" altLang="en-US" dirty="0"/>
              <a:t>はランダムで決まる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40877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57</Words>
  <Application>Microsoft Office PowerPoint</Application>
  <PresentationFormat>ワイド画面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黒沢　爽次</dc:creator>
  <cp:lastModifiedBy>黒沢　爽次</cp:lastModifiedBy>
  <cp:revision>2</cp:revision>
  <dcterms:created xsi:type="dcterms:W3CDTF">2026-06-02T02:54:07Z</dcterms:created>
  <dcterms:modified xsi:type="dcterms:W3CDTF">2026-06-02T06:23:57Z</dcterms:modified>
</cp:coreProperties>
</file>