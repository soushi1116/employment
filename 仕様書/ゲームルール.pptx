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126"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黒沢　爽次" userId="fae486ef-0c84-45a4-a237-2d2b758b0e89" providerId="ADAL" clId="{FCC73A94-0200-4CBC-9B10-83CBE5D1FA7B}"/>
    <pc:docChg chg="undo custSel addSld modSld">
      <pc:chgData name="黒沢　爽次" userId="fae486ef-0c84-45a4-a237-2d2b758b0e89" providerId="ADAL" clId="{FCC73A94-0200-4CBC-9B10-83CBE5D1FA7B}" dt="2026-06-04T02:38:38.447" v="1121" actId="20577"/>
      <pc:docMkLst>
        <pc:docMk/>
      </pc:docMkLst>
      <pc:sldChg chg="addSp delSp modSp new mod">
        <pc:chgData name="黒沢　爽次" userId="fae486ef-0c84-45a4-a237-2d2b758b0e89" providerId="ADAL" clId="{FCC73A94-0200-4CBC-9B10-83CBE5D1FA7B}" dt="2026-06-04T02:38:38.447" v="1121" actId="20577"/>
        <pc:sldMkLst>
          <pc:docMk/>
          <pc:sldMk cId="4140877535" sldId="256"/>
        </pc:sldMkLst>
        <pc:spChg chg="del">
          <ac:chgData name="黒沢　爽次" userId="fae486ef-0c84-45a4-a237-2d2b758b0e89" providerId="ADAL" clId="{FCC73A94-0200-4CBC-9B10-83CBE5D1FA7B}" dt="2026-06-02T02:54:19.607" v="1" actId="478"/>
          <ac:spMkLst>
            <pc:docMk/>
            <pc:sldMk cId="4140877535" sldId="256"/>
            <ac:spMk id="2" creationId="{71676515-63E8-4B9D-8ADF-B5773BE04306}"/>
          </ac:spMkLst>
        </pc:spChg>
        <pc:spChg chg="add mod">
          <ac:chgData name="黒沢　爽次" userId="fae486ef-0c84-45a4-a237-2d2b758b0e89" providerId="ADAL" clId="{FCC73A94-0200-4CBC-9B10-83CBE5D1FA7B}" dt="2026-06-04T02:38:38.447" v="1121" actId="20577"/>
          <ac:spMkLst>
            <pc:docMk/>
            <pc:sldMk cId="4140877535" sldId="256"/>
            <ac:spMk id="2" creationId="{D0B1B829-800C-4F14-A880-42A40A214D0C}"/>
          </ac:spMkLst>
        </pc:spChg>
        <pc:spChg chg="del">
          <ac:chgData name="黒沢　爽次" userId="fae486ef-0c84-45a4-a237-2d2b758b0e89" providerId="ADAL" clId="{FCC73A94-0200-4CBC-9B10-83CBE5D1FA7B}" dt="2026-06-02T02:54:19.607" v="1" actId="478"/>
          <ac:spMkLst>
            <pc:docMk/>
            <pc:sldMk cId="4140877535" sldId="256"/>
            <ac:spMk id="3" creationId="{66A35CE3-0ABE-48AE-AE76-1390040BC2E9}"/>
          </ac:spMkLst>
        </pc:spChg>
      </pc:sldChg>
      <pc:sldMasterChg chg="addSldLayout">
        <pc:chgData name="黒沢　爽次" userId="fae486ef-0c84-45a4-a237-2d2b758b0e89" providerId="ADAL" clId="{FCC73A94-0200-4CBC-9B10-83CBE5D1FA7B}" dt="2026-06-02T02:54:13.403" v="0" actId="680"/>
        <pc:sldMasterMkLst>
          <pc:docMk/>
          <pc:sldMasterMk cId="3221134055" sldId="2147483648"/>
        </pc:sldMasterMkLst>
        <pc:sldLayoutChg chg="add">
          <pc:chgData name="黒沢　爽次" userId="fae486ef-0c84-45a4-a237-2d2b758b0e89" providerId="ADAL" clId="{FCC73A94-0200-4CBC-9B10-83CBE5D1FA7B}" dt="2026-06-02T02:54:13.403" v="0" actId="680"/>
          <pc:sldLayoutMkLst>
            <pc:docMk/>
            <pc:sldMasterMk cId="3221134055" sldId="2147483648"/>
            <pc:sldLayoutMk cId="4220751240" sldId="214748364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F8FBD5-D26F-46D8-85C4-CB5A5DCB19B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2790BF6-2A52-4A6D-9B02-7B73E3B637C1}"/>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22075124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1134055"/>
      </p:ext>
    </p:extLst>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D0B1B829-800C-4F14-A880-42A40A214D0C}"/>
              </a:ext>
            </a:extLst>
          </p:cNvPr>
          <p:cNvSpPr txBox="1"/>
          <p:nvPr/>
        </p:nvSpPr>
        <p:spPr>
          <a:xfrm>
            <a:off x="1389413" y="1377538"/>
            <a:ext cx="10399001" cy="2862322"/>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ランダムに決められた５つの勝利条件から親が一つ選ぶ</a:t>
            </a:r>
            <a:endParaRPr kumimoji="1" lang="en-US" altLang="ja-JP" dirty="0"/>
          </a:p>
          <a:p>
            <a:pPr marL="285750" indent="-285750">
              <a:buFont typeface="Arial" panose="020B0604020202020204" pitchFamily="34" charset="0"/>
              <a:buChar char="•"/>
            </a:pPr>
            <a:r>
              <a:rPr lang="ja-JP" altLang="en-US" dirty="0"/>
              <a:t>５つの選択肢は子も見れる、どれを選んだかは見れない</a:t>
            </a:r>
            <a:endParaRPr kumimoji="1" lang="en-US" altLang="ja-JP" dirty="0"/>
          </a:p>
          <a:p>
            <a:pPr marL="285750" indent="-285750">
              <a:buFont typeface="Arial" panose="020B0604020202020204" pitchFamily="34" charset="0"/>
              <a:buChar char="•"/>
            </a:pPr>
            <a:r>
              <a:rPr kumimoji="1" lang="ja-JP" altLang="en-US" dirty="0"/>
              <a:t>親が勝利条件を達成→親の勝利</a:t>
            </a:r>
            <a:endParaRPr kumimoji="1" lang="en-US" altLang="ja-JP" dirty="0"/>
          </a:p>
          <a:p>
            <a:pPr marL="285750" indent="-285750">
              <a:buFont typeface="Arial" panose="020B0604020202020204" pitchFamily="34" charset="0"/>
              <a:buChar char="•"/>
            </a:pPr>
            <a:r>
              <a:rPr lang="ja-JP" altLang="en-US" dirty="0"/>
              <a:t>親が勝利条件を達成する前に撃破→子の勝利</a:t>
            </a:r>
            <a:endParaRPr lang="en-US" altLang="ja-JP" dirty="0"/>
          </a:p>
          <a:p>
            <a:pPr marL="285750" indent="-285750">
              <a:buFont typeface="Arial" panose="020B0604020202020204" pitchFamily="34" charset="0"/>
              <a:buChar char="•"/>
            </a:pPr>
            <a:r>
              <a:rPr lang="ja-JP" altLang="en-US" dirty="0"/>
              <a:t>子は何度倒されても復活できる、倒されるとスキルと必殺技のゲージは０になる</a:t>
            </a:r>
            <a:endParaRPr lang="en-US" altLang="ja-JP" dirty="0"/>
          </a:p>
          <a:p>
            <a:pPr marL="285750" indent="-285750">
              <a:buFont typeface="Arial" panose="020B0604020202020204" pitchFamily="34" charset="0"/>
              <a:buChar char="•"/>
            </a:pPr>
            <a:r>
              <a:rPr lang="ja-JP" altLang="en-US" dirty="0"/>
              <a:t>時間経過でスキルゲージが溜まり、満タンになるとスキルが使える</a:t>
            </a:r>
            <a:endParaRPr lang="en-US" altLang="ja-JP" dirty="0"/>
          </a:p>
          <a:p>
            <a:pPr marL="285750" indent="-285750">
              <a:buFont typeface="Arial" panose="020B0604020202020204" pitchFamily="34" charset="0"/>
              <a:buChar char="•"/>
            </a:pPr>
            <a:r>
              <a:rPr lang="ja-JP" altLang="en-US" dirty="0"/>
              <a:t>エリア内にランダムに生成されるアイテムを集めると必殺技が使える</a:t>
            </a:r>
            <a:endParaRPr lang="en-US" altLang="ja-JP" dirty="0"/>
          </a:p>
          <a:p>
            <a:pPr marL="285750" indent="-285750">
              <a:buFont typeface="Arial" panose="020B0604020202020204" pitchFamily="34" charset="0"/>
              <a:buChar char="•"/>
            </a:pPr>
            <a:r>
              <a:rPr lang="ja-JP" altLang="en-US" dirty="0"/>
              <a:t>制限時間あり</a:t>
            </a:r>
            <a:endParaRPr lang="en-US" altLang="ja-JP" dirty="0"/>
          </a:p>
          <a:p>
            <a:pPr marL="285750" indent="-285750">
              <a:buFont typeface="Arial" panose="020B0604020202020204" pitchFamily="34" charset="0"/>
              <a:buChar char="•"/>
            </a:pPr>
            <a:r>
              <a:rPr kumimoji="1" lang="ja-JP" altLang="en-US" dirty="0"/>
              <a:t>制限時間内に決着しなかった場合、勝利条件の進捗率と親の体力の割合を比較して勝敗を決める</a:t>
            </a:r>
            <a:endParaRPr kumimoji="1" lang="en-US" altLang="ja-JP" dirty="0"/>
          </a:p>
          <a:p>
            <a:pPr marL="285750" indent="-285750">
              <a:buFont typeface="Arial" panose="020B0604020202020204" pitchFamily="34" charset="0"/>
              <a:buChar char="•"/>
            </a:pPr>
            <a:r>
              <a:rPr kumimoji="1" lang="ja-JP" altLang="en-US" dirty="0"/>
              <a:t>誰が親になるか</a:t>
            </a:r>
            <a:r>
              <a:rPr lang="ja-JP" altLang="en-US" dirty="0"/>
              <a:t>はランダムで決まる</a:t>
            </a:r>
            <a:endParaRPr kumimoji="1" lang="ja-JP" altLang="en-US" dirty="0"/>
          </a:p>
        </p:txBody>
      </p:sp>
    </p:spTree>
    <p:extLst>
      <p:ext uri="{BB962C8B-B14F-4D97-AF65-F5344CB8AC3E}">
        <p14:creationId xmlns:p14="http://schemas.microsoft.com/office/powerpoint/2010/main" val="414087753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227</TotalTime>
  <Words>134</Words>
  <Application>Microsoft Office PowerPoint</Application>
  <PresentationFormat>ワイド画面</PresentationFormat>
  <Paragraphs>10</Paragraphs>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游ゴシック Light</vt:lpstr>
      <vt:lpstr>Arial</vt:lpstr>
      <vt:lpstr>Office テーマ</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黒沢　爽次</dc:creator>
  <cp:lastModifiedBy>黒沢　爽次</cp:lastModifiedBy>
  <cp:revision>3</cp:revision>
  <dcterms:created xsi:type="dcterms:W3CDTF">2026-06-02T02:54:07Z</dcterms:created>
  <dcterms:modified xsi:type="dcterms:W3CDTF">2026-06-04T02:51:41Z</dcterms:modified>
</cp:coreProperties>
</file>