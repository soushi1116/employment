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2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黒沢　爽次" userId="fae486ef-0c84-45a4-a237-2d2b758b0e89" providerId="ADAL" clId="{877D3135-8805-4070-AC31-404870FE827C}"/>
    <pc:docChg chg="custSel addSld modSld">
      <pc:chgData name="黒沢　爽次" userId="fae486ef-0c84-45a4-a237-2d2b758b0e89" providerId="ADAL" clId="{877D3135-8805-4070-AC31-404870FE827C}" dt="2026-06-04T00:35:41.461" v="476" actId="1076"/>
      <pc:docMkLst>
        <pc:docMk/>
      </pc:docMkLst>
      <pc:sldChg chg="addSp delSp modSp new mod">
        <pc:chgData name="黒沢　爽次" userId="fae486ef-0c84-45a4-a237-2d2b758b0e89" providerId="ADAL" clId="{877D3135-8805-4070-AC31-404870FE827C}" dt="2026-06-02T03:27:36.226" v="149" actId="20577"/>
        <pc:sldMkLst>
          <pc:docMk/>
          <pc:sldMk cId="1755018402" sldId="256"/>
        </pc:sldMkLst>
        <pc:spChg chg="del">
          <ac:chgData name="黒沢　爽次" userId="fae486ef-0c84-45a4-a237-2d2b758b0e89" providerId="ADAL" clId="{877D3135-8805-4070-AC31-404870FE827C}" dt="2026-06-02T03:25:53.119" v="1" actId="478"/>
          <ac:spMkLst>
            <pc:docMk/>
            <pc:sldMk cId="1755018402" sldId="256"/>
            <ac:spMk id="2" creationId="{5A88E29E-D62C-428E-B2A9-CCD206025109}"/>
          </ac:spMkLst>
        </pc:spChg>
        <pc:spChg chg="del">
          <ac:chgData name="黒沢　爽次" userId="fae486ef-0c84-45a4-a237-2d2b758b0e89" providerId="ADAL" clId="{877D3135-8805-4070-AC31-404870FE827C}" dt="2026-06-02T03:25:53.119" v="1" actId="478"/>
          <ac:spMkLst>
            <pc:docMk/>
            <pc:sldMk cId="1755018402" sldId="256"/>
            <ac:spMk id="3" creationId="{04B3DD7F-9CE0-4640-96B2-C262013990BE}"/>
          </ac:spMkLst>
        </pc:spChg>
        <pc:spChg chg="add mod">
          <ac:chgData name="黒沢　爽次" userId="fae486ef-0c84-45a4-a237-2d2b758b0e89" providerId="ADAL" clId="{877D3135-8805-4070-AC31-404870FE827C}" dt="2026-06-02T03:26:01.314" v="14" actId="20577"/>
          <ac:spMkLst>
            <pc:docMk/>
            <pc:sldMk cId="1755018402" sldId="256"/>
            <ac:spMk id="4" creationId="{625BC178-CBC0-4AA1-B261-6881976B27A1}"/>
          </ac:spMkLst>
        </pc:spChg>
        <pc:spChg chg="add mod">
          <ac:chgData name="黒沢　爽次" userId="fae486ef-0c84-45a4-a237-2d2b758b0e89" providerId="ADAL" clId="{877D3135-8805-4070-AC31-404870FE827C}" dt="2026-06-02T03:27:36.226" v="149" actId="20577"/>
          <ac:spMkLst>
            <pc:docMk/>
            <pc:sldMk cId="1755018402" sldId="256"/>
            <ac:spMk id="5" creationId="{97886136-1E36-4489-A805-CB6EB3FA1E1A}"/>
          </ac:spMkLst>
        </pc:spChg>
      </pc:sldChg>
      <pc:sldChg chg="addSp delSp modSp new mod">
        <pc:chgData name="黒沢　爽次" userId="fae486ef-0c84-45a4-a237-2d2b758b0e89" providerId="ADAL" clId="{877D3135-8805-4070-AC31-404870FE827C}" dt="2026-06-04T00:35:41.461" v="476" actId="1076"/>
        <pc:sldMkLst>
          <pc:docMk/>
          <pc:sldMk cId="3421931254" sldId="257"/>
        </pc:sldMkLst>
        <pc:spChg chg="del">
          <ac:chgData name="黒沢　爽次" userId="fae486ef-0c84-45a4-a237-2d2b758b0e89" providerId="ADAL" clId="{877D3135-8805-4070-AC31-404870FE827C}" dt="2026-06-02T03:28:34.405" v="151" actId="478"/>
          <ac:spMkLst>
            <pc:docMk/>
            <pc:sldMk cId="3421931254" sldId="257"/>
            <ac:spMk id="2" creationId="{41BC2A1C-9DCE-44D6-A82F-528630CBBEAF}"/>
          </ac:spMkLst>
        </pc:spChg>
        <pc:spChg chg="add mod">
          <ac:chgData name="黒沢　爽次" userId="fae486ef-0c84-45a4-a237-2d2b758b0e89" providerId="ADAL" clId="{877D3135-8805-4070-AC31-404870FE827C}" dt="2026-06-04T00:33:17.165" v="443" actId="1076"/>
          <ac:spMkLst>
            <pc:docMk/>
            <pc:sldMk cId="3421931254" sldId="257"/>
            <ac:spMk id="2" creationId="{5B9BAE7E-0EB8-4AB8-A301-8F6249AB01AA}"/>
          </ac:spMkLst>
        </pc:spChg>
        <pc:spChg chg="add mod">
          <ac:chgData name="黒沢　爽次" userId="fae486ef-0c84-45a4-a237-2d2b758b0e89" providerId="ADAL" clId="{877D3135-8805-4070-AC31-404870FE827C}" dt="2026-06-04T00:35:41.461" v="476" actId="1076"/>
          <ac:spMkLst>
            <pc:docMk/>
            <pc:sldMk cId="3421931254" sldId="257"/>
            <ac:spMk id="3" creationId="{938B8F5C-EA1A-43E5-A8F0-FD54D54F3972}"/>
          </ac:spMkLst>
        </pc:spChg>
        <pc:spChg chg="del">
          <ac:chgData name="黒沢　爽次" userId="fae486ef-0c84-45a4-a237-2d2b758b0e89" providerId="ADAL" clId="{877D3135-8805-4070-AC31-404870FE827C}" dt="2026-06-02T03:28:34.405" v="151" actId="478"/>
          <ac:spMkLst>
            <pc:docMk/>
            <pc:sldMk cId="3421931254" sldId="257"/>
            <ac:spMk id="3" creationId="{B85FB242-4CF3-4D49-A4DB-35046146CC05}"/>
          </ac:spMkLst>
        </pc:spChg>
        <pc:spChg chg="add mod">
          <ac:chgData name="黒沢　爽次" userId="fae486ef-0c84-45a4-a237-2d2b758b0e89" providerId="ADAL" clId="{877D3135-8805-4070-AC31-404870FE827C}" dt="2026-06-02T03:28:39.879" v="160" actId="20577"/>
          <ac:spMkLst>
            <pc:docMk/>
            <pc:sldMk cId="3421931254" sldId="257"/>
            <ac:spMk id="4" creationId="{EC772783-9C9F-4916-BB86-DAA237C22F74}"/>
          </ac:spMkLst>
        </pc:spChg>
        <pc:spChg chg="add mod">
          <ac:chgData name="黒沢　爽次" userId="fae486ef-0c84-45a4-a237-2d2b758b0e89" providerId="ADAL" clId="{877D3135-8805-4070-AC31-404870FE827C}" dt="2026-06-04T00:33:46.970" v="460" actId="20577"/>
          <ac:spMkLst>
            <pc:docMk/>
            <pc:sldMk cId="3421931254" sldId="257"/>
            <ac:spMk id="5" creationId="{08C330F5-189F-4170-A703-A1531F05D30A}"/>
          </ac:spMkLst>
        </pc:spChg>
      </pc:sldChg>
      <pc:sldMasterChg chg="addSldLayout">
        <pc:chgData name="黒沢　爽次" userId="fae486ef-0c84-45a4-a237-2d2b758b0e89" providerId="ADAL" clId="{877D3135-8805-4070-AC31-404870FE827C}" dt="2026-06-02T03:25:48.798" v="0" actId="680"/>
        <pc:sldMasterMkLst>
          <pc:docMk/>
          <pc:sldMasterMk cId="2369499718" sldId="2147483648"/>
        </pc:sldMasterMkLst>
        <pc:sldLayoutChg chg="add">
          <pc:chgData name="黒沢　爽次" userId="fae486ef-0c84-45a4-a237-2d2b758b0e89" providerId="ADAL" clId="{877D3135-8805-4070-AC31-404870FE827C}" dt="2026-06-02T03:25:48.798" v="0" actId="680"/>
          <pc:sldLayoutMkLst>
            <pc:docMk/>
            <pc:sldMasterMk cId="2369499718" sldId="2147483648"/>
            <pc:sldLayoutMk cId="2778678983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26B152-8435-47D0-8142-845BDD808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7CB8C72-B187-4B5A-8992-F38298141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778678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49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25BC178-CBC0-4AA1-B261-6881976B27A1}"/>
              </a:ext>
            </a:extLst>
          </p:cNvPr>
          <p:cNvSpPr txBox="1"/>
          <p:nvPr/>
        </p:nvSpPr>
        <p:spPr>
          <a:xfrm>
            <a:off x="1318161" y="175754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パラメーター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7886136-1E36-4489-A805-CB6EB3FA1E1A}"/>
              </a:ext>
            </a:extLst>
          </p:cNvPr>
          <p:cNvSpPr txBox="1"/>
          <p:nvPr/>
        </p:nvSpPr>
        <p:spPr>
          <a:xfrm>
            <a:off x="1816925" y="2671948"/>
            <a:ext cx="185820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体力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攻撃力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素早さ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攻撃の種類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スキル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必殺技の種類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必殺技ゲージ</a:t>
            </a:r>
          </a:p>
        </p:txBody>
      </p:sp>
    </p:spTree>
    <p:extLst>
      <p:ext uri="{BB962C8B-B14F-4D97-AF65-F5344CB8AC3E}">
        <p14:creationId xmlns:p14="http://schemas.microsoft.com/office/powerpoint/2010/main" val="1755018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C772783-9C9F-4916-BB86-DAA237C22F74}"/>
              </a:ext>
            </a:extLst>
          </p:cNvPr>
          <p:cNvSpPr txBox="1"/>
          <p:nvPr/>
        </p:nvSpPr>
        <p:spPr>
          <a:xfrm>
            <a:off x="1911927" y="169817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種類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C330F5-189F-4170-A703-A1531F05D30A}"/>
              </a:ext>
            </a:extLst>
          </p:cNvPr>
          <p:cNvSpPr txBox="1"/>
          <p:nvPr/>
        </p:nvSpPr>
        <p:spPr>
          <a:xfrm>
            <a:off x="2375065" y="2291938"/>
            <a:ext cx="25506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バランス型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速いけど低耐久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遅いけど高耐久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空飛べる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能力高いが近接のみ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能力低いが長射程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妨害特化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B9BAE7E-0EB8-4AB8-A301-8F6249AB01AA}"/>
              </a:ext>
            </a:extLst>
          </p:cNvPr>
          <p:cNvSpPr txBox="1"/>
          <p:nvPr/>
        </p:nvSpPr>
        <p:spPr>
          <a:xfrm>
            <a:off x="1911927" y="5159829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経験値をためてプレイヤーレベルが上がると</a:t>
            </a:r>
            <a:endParaRPr kumimoji="1" lang="en-US" altLang="ja-JP" dirty="0"/>
          </a:p>
          <a:p>
            <a:r>
              <a:rPr kumimoji="1" lang="ja-JP" altLang="en-US" dirty="0"/>
              <a:t>新キャラ開放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38B8F5C-EA1A-43E5-A8F0-FD54D54F3972}"/>
              </a:ext>
            </a:extLst>
          </p:cNvPr>
          <p:cNvSpPr txBox="1"/>
          <p:nvPr/>
        </p:nvSpPr>
        <p:spPr>
          <a:xfrm flipH="1">
            <a:off x="7349044" y="5950183"/>
            <a:ext cx="2331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思いつき次第追加</a:t>
            </a:r>
          </a:p>
        </p:txBody>
      </p:sp>
    </p:spTree>
    <p:extLst>
      <p:ext uri="{BB962C8B-B14F-4D97-AF65-F5344CB8AC3E}">
        <p14:creationId xmlns:p14="http://schemas.microsoft.com/office/powerpoint/2010/main" val="3421931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47</Words>
  <Application>Microsoft Office PowerPoint</Application>
  <PresentationFormat>ワイド画面</PresentationFormat>
  <Paragraphs>19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黒沢　爽次</dc:creator>
  <cp:lastModifiedBy>黒沢　爽次</cp:lastModifiedBy>
  <cp:revision>1</cp:revision>
  <dcterms:created xsi:type="dcterms:W3CDTF">2026-06-02T03:25:44Z</dcterms:created>
  <dcterms:modified xsi:type="dcterms:W3CDTF">2026-06-04T00:36:31Z</dcterms:modified>
</cp:coreProperties>
</file>