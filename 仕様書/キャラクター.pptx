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877D3135-8805-4070-AC31-404870FE827C}"/>
    <pc:docChg chg="undo custSel addSld modSld">
      <pc:chgData name="黒沢　爽次" userId="fae486ef-0c84-45a4-a237-2d2b758b0e89" providerId="ADAL" clId="{877D3135-8805-4070-AC31-404870FE827C}" dt="2026-06-04T01:34:03.700" v="2251" actId="20577"/>
      <pc:docMkLst>
        <pc:docMk/>
      </pc:docMkLst>
      <pc:sldChg chg="addSp delSp modSp new mod">
        <pc:chgData name="黒沢　爽次" userId="fae486ef-0c84-45a4-a237-2d2b758b0e89" providerId="ADAL" clId="{877D3135-8805-4070-AC31-404870FE827C}" dt="2026-06-04T00:51:46.288" v="933" actId="1076"/>
        <pc:sldMkLst>
          <pc:docMk/>
          <pc:sldMk cId="1755018402" sldId="256"/>
        </pc:sldMkLst>
        <pc:spChg chg="add mod">
          <ac:chgData name="黒沢　爽次" userId="fae486ef-0c84-45a4-a237-2d2b758b0e89" providerId="ADAL" clId="{877D3135-8805-4070-AC31-404870FE827C}" dt="2026-06-04T00:51:46.288" v="933" actId="1076"/>
          <ac:spMkLst>
            <pc:docMk/>
            <pc:sldMk cId="1755018402" sldId="256"/>
            <ac:spMk id="2" creationId="{027F1829-1FF1-4B4F-ACF7-980DC9888073}"/>
          </ac:spMkLst>
        </pc:spChg>
        <pc:spChg chg="del">
          <ac:chgData name="黒沢　爽次" userId="fae486ef-0c84-45a4-a237-2d2b758b0e89" providerId="ADAL" clId="{877D3135-8805-4070-AC31-404870FE827C}" dt="2026-06-02T03:25:53.119" v="1" actId="478"/>
          <ac:spMkLst>
            <pc:docMk/>
            <pc:sldMk cId="1755018402" sldId="256"/>
            <ac:spMk id="2" creationId="{5A88E29E-D62C-428E-B2A9-CCD206025109}"/>
          </ac:spMkLst>
        </pc:spChg>
        <pc:spChg chg="del">
          <ac:chgData name="黒沢　爽次" userId="fae486ef-0c84-45a4-a237-2d2b758b0e89" providerId="ADAL" clId="{877D3135-8805-4070-AC31-404870FE827C}" dt="2026-06-02T03:25:53.119" v="1" actId="478"/>
          <ac:spMkLst>
            <pc:docMk/>
            <pc:sldMk cId="1755018402" sldId="256"/>
            <ac:spMk id="3" creationId="{04B3DD7F-9CE0-4640-96B2-C262013990BE}"/>
          </ac:spMkLst>
        </pc:spChg>
        <pc:spChg chg="add mod">
          <ac:chgData name="黒沢　爽次" userId="fae486ef-0c84-45a4-a237-2d2b758b0e89" providerId="ADAL" clId="{877D3135-8805-4070-AC31-404870FE827C}" dt="2026-06-02T03:26:01.314" v="14" actId="20577"/>
          <ac:spMkLst>
            <pc:docMk/>
            <pc:sldMk cId="1755018402" sldId="256"/>
            <ac:spMk id="4" creationId="{625BC178-CBC0-4AA1-B261-6881976B27A1}"/>
          </ac:spMkLst>
        </pc:spChg>
        <pc:spChg chg="add mod">
          <ac:chgData name="黒沢　爽次" userId="fae486ef-0c84-45a4-a237-2d2b758b0e89" providerId="ADAL" clId="{877D3135-8805-4070-AC31-404870FE827C}" dt="2026-06-02T03:27:36.226" v="149" actId="20577"/>
          <ac:spMkLst>
            <pc:docMk/>
            <pc:sldMk cId="1755018402" sldId="256"/>
            <ac:spMk id="5" creationId="{97886136-1E36-4489-A805-CB6EB3FA1E1A}"/>
          </ac:spMkLst>
        </pc:spChg>
      </pc:sldChg>
      <pc:sldChg chg="addSp delSp modSp new mod">
        <pc:chgData name="黒沢　爽次" userId="fae486ef-0c84-45a4-a237-2d2b758b0e89" providerId="ADAL" clId="{877D3135-8805-4070-AC31-404870FE827C}" dt="2026-06-04T01:16:20.922" v="1703" actId="20577"/>
        <pc:sldMkLst>
          <pc:docMk/>
          <pc:sldMk cId="3421931254" sldId="257"/>
        </pc:sldMkLst>
        <pc:spChg chg="del">
          <ac:chgData name="黒沢　爽次" userId="fae486ef-0c84-45a4-a237-2d2b758b0e89" providerId="ADAL" clId="{877D3135-8805-4070-AC31-404870FE827C}" dt="2026-06-02T03:28:34.405" v="151" actId="478"/>
          <ac:spMkLst>
            <pc:docMk/>
            <pc:sldMk cId="3421931254" sldId="257"/>
            <ac:spMk id="2" creationId="{41BC2A1C-9DCE-44D6-A82F-528630CBBEAF}"/>
          </ac:spMkLst>
        </pc:spChg>
        <pc:spChg chg="add mod">
          <ac:chgData name="黒沢　爽次" userId="fae486ef-0c84-45a4-a237-2d2b758b0e89" providerId="ADAL" clId="{877D3135-8805-4070-AC31-404870FE827C}" dt="2026-06-04T00:33:17.165" v="443" actId="1076"/>
          <ac:spMkLst>
            <pc:docMk/>
            <pc:sldMk cId="3421931254" sldId="257"/>
            <ac:spMk id="2" creationId="{5B9BAE7E-0EB8-4AB8-A301-8F6249AB01AA}"/>
          </ac:spMkLst>
        </pc:spChg>
        <pc:spChg chg="add mod">
          <ac:chgData name="黒沢　爽次" userId="fae486ef-0c84-45a4-a237-2d2b758b0e89" providerId="ADAL" clId="{877D3135-8805-4070-AC31-404870FE827C}" dt="2026-06-04T00:35:41.461" v="476" actId="1076"/>
          <ac:spMkLst>
            <pc:docMk/>
            <pc:sldMk cId="3421931254" sldId="257"/>
            <ac:spMk id="3" creationId="{938B8F5C-EA1A-43E5-A8F0-FD54D54F3972}"/>
          </ac:spMkLst>
        </pc:spChg>
        <pc:spChg chg="del">
          <ac:chgData name="黒沢　爽次" userId="fae486ef-0c84-45a4-a237-2d2b758b0e89" providerId="ADAL" clId="{877D3135-8805-4070-AC31-404870FE827C}" dt="2026-06-02T03:28:34.405" v="151" actId="478"/>
          <ac:spMkLst>
            <pc:docMk/>
            <pc:sldMk cId="3421931254" sldId="257"/>
            <ac:spMk id="3" creationId="{B85FB242-4CF3-4D49-A4DB-35046146CC05}"/>
          </ac:spMkLst>
        </pc:spChg>
        <pc:spChg chg="add mod">
          <ac:chgData name="黒沢　爽次" userId="fae486ef-0c84-45a4-a237-2d2b758b0e89" providerId="ADAL" clId="{877D3135-8805-4070-AC31-404870FE827C}" dt="2026-06-02T03:28:39.879" v="160" actId="20577"/>
          <ac:spMkLst>
            <pc:docMk/>
            <pc:sldMk cId="3421931254" sldId="257"/>
            <ac:spMk id="4" creationId="{EC772783-9C9F-4916-BB86-DAA237C22F74}"/>
          </ac:spMkLst>
        </pc:spChg>
        <pc:spChg chg="add mod">
          <ac:chgData name="黒沢　爽次" userId="fae486ef-0c84-45a4-a237-2d2b758b0e89" providerId="ADAL" clId="{877D3135-8805-4070-AC31-404870FE827C}" dt="2026-06-04T01:16:20.922" v="1703" actId="20577"/>
          <ac:spMkLst>
            <pc:docMk/>
            <pc:sldMk cId="3421931254" sldId="257"/>
            <ac:spMk id="5" creationId="{08C330F5-189F-4170-A703-A1531F05D30A}"/>
          </ac:spMkLst>
        </pc:spChg>
      </pc:sldChg>
      <pc:sldChg chg="addSp delSp modSp new mod">
        <pc:chgData name="黒沢　爽次" userId="fae486ef-0c84-45a4-a237-2d2b758b0e89" providerId="ADAL" clId="{877D3135-8805-4070-AC31-404870FE827C}" dt="2026-06-04T01:31:27.248" v="2171" actId="20577"/>
        <pc:sldMkLst>
          <pc:docMk/>
          <pc:sldMk cId="776901126" sldId="258"/>
        </pc:sldMkLst>
        <pc:spChg chg="del">
          <ac:chgData name="黒沢　爽次" userId="fae486ef-0c84-45a4-a237-2d2b758b0e89" providerId="ADAL" clId="{877D3135-8805-4070-AC31-404870FE827C}" dt="2026-06-04T00:41:07.208" v="478" actId="478"/>
          <ac:spMkLst>
            <pc:docMk/>
            <pc:sldMk cId="776901126" sldId="258"/>
            <ac:spMk id="2" creationId="{D6BCABF3-A490-45DC-8E88-CD86E64D14D6}"/>
          </ac:spMkLst>
        </pc:spChg>
        <pc:spChg chg="del">
          <ac:chgData name="黒沢　爽次" userId="fae486ef-0c84-45a4-a237-2d2b758b0e89" providerId="ADAL" clId="{877D3135-8805-4070-AC31-404870FE827C}" dt="2026-06-04T00:41:07.208" v="478" actId="478"/>
          <ac:spMkLst>
            <pc:docMk/>
            <pc:sldMk cId="776901126" sldId="258"/>
            <ac:spMk id="3" creationId="{750C7B91-65A5-43A4-9684-3355E1C8939C}"/>
          </ac:spMkLst>
        </pc:spChg>
        <pc:spChg chg="add mod">
          <ac:chgData name="黒沢　爽次" userId="fae486ef-0c84-45a4-a237-2d2b758b0e89" providerId="ADAL" clId="{877D3135-8805-4070-AC31-404870FE827C}" dt="2026-06-04T00:41:25.026" v="494" actId="115"/>
          <ac:spMkLst>
            <pc:docMk/>
            <pc:sldMk cId="776901126" sldId="258"/>
            <ac:spMk id="4" creationId="{CDB930A9-01B5-42D9-BBEE-3F2501F91D8D}"/>
          </ac:spMkLst>
        </pc:spChg>
        <pc:spChg chg="add del mod">
          <ac:chgData name="黒沢　爽次" userId="fae486ef-0c84-45a4-a237-2d2b758b0e89" providerId="ADAL" clId="{877D3135-8805-4070-AC31-404870FE827C}" dt="2026-06-04T00:43:30.089" v="571"/>
          <ac:spMkLst>
            <pc:docMk/>
            <pc:sldMk cId="776901126" sldId="258"/>
            <ac:spMk id="5" creationId="{0E9C750C-2F86-4DEB-8D1C-9F15ADBA9821}"/>
          </ac:spMkLst>
        </pc:spChg>
        <pc:spChg chg="add mod">
          <ac:chgData name="黒沢　爽次" userId="fae486ef-0c84-45a4-a237-2d2b758b0e89" providerId="ADAL" clId="{877D3135-8805-4070-AC31-404870FE827C}" dt="2026-06-04T01:31:27.248" v="2171" actId="20577"/>
          <ac:spMkLst>
            <pc:docMk/>
            <pc:sldMk cId="776901126" sldId="258"/>
            <ac:spMk id="7" creationId="{CFA21201-77FC-4CCA-A0ED-190309121061}"/>
          </ac:spMkLst>
        </pc:spChg>
        <pc:graphicFrameChg chg="add mod modGraphic">
          <ac:chgData name="黒沢　爽次" userId="fae486ef-0c84-45a4-a237-2d2b758b0e89" providerId="ADAL" clId="{877D3135-8805-4070-AC31-404870FE827C}" dt="2026-06-04T01:08:48.012" v="1502" actId="20577"/>
          <ac:graphicFrameMkLst>
            <pc:docMk/>
            <pc:sldMk cId="776901126" sldId="258"/>
            <ac:graphicFrameMk id="6" creationId="{ADFAA198-4C82-47B3-998F-E717146F6CA7}"/>
          </ac:graphicFrameMkLst>
        </pc:graphicFrameChg>
      </pc:sldChg>
      <pc:sldChg chg="addSp modSp add mod">
        <pc:chgData name="黒沢　爽次" userId="fae486ef-0c84-45a4-a237-2d2b758b0e89" providerId="ADAL" clId="{877D3135-8805-4070-AC31-404870FE827C}" dt="2026-06-04T01:31:35.778" v="2181" actId="20577"/>
        <pc:sldMkLst>
          <pc:docMk/>
          <pc:sldMk cId="3538850053" sldId="259"/>
        </pc:sldMkLst>
        <pc:spChg chg="mod">
          <ac:chgData name="黒沢　爽次" userId="fae486ef-0c84-45a4-a237-2d2b758b0e89" providerId="ADAL" clId="{877D3135-8805-4070-AC31-404870FE827C}" dt="2026-06-04T00:57:14.463" v="1116" actId="20577"/>
          <ac:spMkLst>
            <pc:docMk/>
            <pc:sldMk cId="3538850053" sldId="259"/>
            <ac:spMk id="4" creationId="{CDB930A9-01B5-42D9-BBEE-3F2501F91D8D}"/>
          </ac:spMkLst>
        </pc:spChg>
        <pc:spChg chg="add mod">
          <ac:chgData name="黒沢　爽次" userId="fae486ef-0c84-45a4-a237-2d2b758b0e89" providerId="ADAL" clId="{877D3135-8805-4070-AC31-404870FE827C}" dt="2026-06-04T01:31:35.778" v="2181" actId="20577"/>
          <ac:spMkLst>
            <pc:docMk/>
            <pc:sldMk cId="3538850053" sldId="259"/>
            <ac:spMk id="5" creationId="{8C7BF306-8508-4A5E-98AD-895246A1CAC1}"/>
          </ac:spMkLst>
        </pc:spChg>
        <pc:graphicFrameChg chg="modGraphic">
          <ac:chgData name="黒沢　爽次" userId="fae486ef-0c84-45a4-a237-2d2b758b0e89" providerId="ADAL" clId="{877D3135-8805-4070-AC31-404870FE827C}" dt="2026-06-04T01:07:36.660" v="1424" actId="20577"/>
          <ac:graphicFrameMkLst>
            <pc:docMk/>
            <pc:sldMk cId="3538850053" sldId="259"/>
            <ac:graphicFrameMk id="6" creationId="{ADFAA198-4C82-47B3-998F-E717146F6CA7}"/>
          </ac:graphicFrameMkLst>
        </pc:graphicFrameChg>
      </pc:sldChg>
      <pc:sldChg chg="addSp modSp add mod">
        <pc:chgData name="黒沢　爽次" userId="fae486ef-0c84-45a4-a237-2d2b758b0e89" providerId="ADAL" clId="{877D3135-8805-4070-AC31-404870FE827C}" dt="2026-06-04T01:32:36.668" v="2208" actId="20577"/>
        <pc:sldMkLst>
          <pc:docMk/>
          <pc:sldMk cId="2322425682" sldId="260"/>
        </pc:sldMkLst>
        <pc:spChg chg="mod">
          <ac:chgData name="黒沢　爽次" userId="fae486ef-0c84-45a4-a237-2d2b758b0e89" providerId="ADAL" clId="{877D3135-8805-4070-AC31-404870FE827C}" dt="2026-06-04T01:07:49.935" v="1445" actId="20577"/>
          <ac:spMkLst>
            <pc:docMk/>
            <pc:sldMk cId="2322425682" sldId="260"/>
            <ac:spMk id="4" creationId="{CDB930A9-01B5-42D9-BBEE-3F2501F91D8D}"/>
          </ac:spMkLst>
        </pc:spChg>
        <pc:spChg chg="add mod">
          <ac:chgData name="黒沢　爽次" userId="fae486ef-0c84-45a4-a237-2d2b758b0e89" providerId="ADAL" clId="{877D3135-8805-4070-AC31-404870FE827C}" dt="2026-06-04T01:32:20.770" v="2189" actId="20577"/>
          <ac:spMkLst>
            <pc:docMk/>
            <pc:sldMk cId="2322425682" sldId="260"/>
            <ac:spMk id="5" creationId="{B4983D67-C329-4A79-A624-464A410881FC}"/>
          </ac:spMkLst>
        </pc:spChg>
        <pc:graphicFrameChg chg="modGraphic">
          <ac:chgData name="黒沢　爽次" userId="fae486ef-0c84-45a4-a237-2d2b758b0e89" providerId="ADAL" clId="{877D3135-8805-4070-AC31-404870FE827C}" dt="2026-06-04T01:32:36.668" v="2208" actId="20577"/>
          <ac:graphicFrameMkLst>
            <pc:docMk/>
            <pc:sldMk cId="2322425682" sldId="260"/>
            <ac:graphicFrameMk id="6" creationId="{ADFAA198-4C82-47B3-998F-E717146F6CA7}"/>
          </ac:graphicFrameMkLst>
        </pc:graphicFrameChg>
      </pc:sldChg>
      <pc:sldChg chg="addSp modSp add mod">
        <pc:chgData name="黒沢　爽次" userId="fae486ef-0c84-45a4-a237-2d2b758b0e89" providerId="ADAL" clId="{877D3135-8805-4070-AC31-404870FE827C}" dt="2026-06-04T01:33:11.849" v="2229" actId="20577"/>
        <pc:sldMkLst>
          <pc:docMk/>
          <pc:sldMk cId="647613495" sldId="261"/>
        </pc:sldMkLst>
        <pc:spChg chg="mod">
          <ac:chgData name="黒沢　爽次" userId="fae486ef-0c84-45a4-a237-2d2b758b0e89" providerId="ADAL" clId="{877D3135-8805-4070-AC31-404870FE827C}" dt="2026-06-04T01:20:13.107" v="1939" actId="20577"/>
          <ac:spMkLst>
            <pc:docMk/>
            <pc:sldMk cId="647613495" sldId="261"/>
            <ac:spMk id="4" creationId="{CDB930A9-01B5-42D9-BBEE-3F2501F91D8D}"/>
          </ac:spMkLst>
        </pc:spChg>
        <pc:spChg chg="add mod">
          <ac:chgData name="黒沢　爽次" userId="fae486ef-0c84-45a4-a237-2d2b758b0e89" providerId="ADAL" clId="{877D3135-8805-4070-AC31-404870FE827C}" dt="2026-06-04T01:33:11.849" v="2229" actId="20577"/>
          <ac:spMkLst>
            <pc:docMk/>
            <pc:sldMk cId="647613495" sldId="261"/>
            <ac:spMk id="5" creationId="{8BD76852-170D-4ABC-A233-BF44249999A5}"/>
          </ac:spMkLst>
        </pc:spChg>
        <pc:graphicFrameChg chg="modGraphic">
          <ac:chgData name="黒沢　爽次" userId="fae486ef-0c84-45a4-a237-2d2b758b0e89" providerId="ADAL" clId="{877D3135-8805-4070-AC31-404870FE827C}" dt="2026-06-04T01:19:39.319" v="1925" actId="20577"/>
          <ac:graphicFrameMkLst>
            <pc:docMk/>
            <pc:sldMk cId="647613495" sldId="261"/>
            <ac:graphicFrameMk id="6" creationId="{ADFAA198-4C82-47B3-998F-E717146F6CA7}"/>
          </ac:graphicFrameMkLst>
        </pc:graphicFrameChg>
      </pc:sldChg>
      <pc:sldChg chg="addSp modSp add mod">
        <pc:chgData name="黒沢　爽次" userId="fae486ef-0c84-45a4-a237-2d2b758b0e89" providerId="ADAL" clId="{877D3135-8805-4070-AC31-404870FE827C}" dt="2026-06-04T01:33:44.179" v="2238" actId="20577"/>
        <pc:sldMkLst>
          <pc:docMk/>
          <pc:sldMk cId="3456137557" sldId="262"/>
        </pc:sldMkLst>
        <pc:spChg chg="mod">
          <ac:chgData name="黒沢　爽次" userId="fae486ef-0c84-45a4-a237-2d2b758b0e89" providerId="ADAL" clId="{877D3135-8805-4070-AC31-404870FE827C}" dt="2026-06-04T01:20:19.985" v="1952" actId="20577"/>
          <ac:spMkLst>
            <pc:docMk/>
            <pc:sldMk cId="3456137557" sldId="262"/>
            <ac:spMk id="4" creationId="{CDB930A9-01B5-42D9-BBEE-3F2501F91D8D}"/>
          </ac:spMkLst>
        </pc:spChg>
        <pc:spChg chg="add mod">
          <ac:chgData name="黒沢　爽次" userId="fae486ef-0c84-45a4-a237-2d2b758b0e89" providerId="ADAL" clId="{877D3135-8805-4070-AC31-404870FE827C}" dt="2026-06-04T01:33:44.179" v="2238" actId="20577"/>
          <ac:spMkLst>
            <pc:docMk/>
            <pc:sldMk cId="3456137557" sldId="262"/>
            <ac:spMk id="5" creationId="{46A3F2D3-3564-4A75-9CF5-FEA21278DC76}"/>
          </ac:spMkLst>
        </pc:spChg>
        <pc:graphicFrameChg chg="modGraphic">
          <ac:chgData name="黒沢　爽次" userId="fae486ef-0c84-45a4-a237-2d2b758b0e89" providerId="ADAL" clId="{877D3135-8805-4070-AC31-404870FE827C}" dt="2026-06-04T01:31:13.124" v="2154" actId="20577"/>
          <ac:graphicFrameMkLst>
            <pc:docMk/>
            <pc:sldMk cId="3456137557" sldId="262"/>
            <ac:graphicFrameMk id="6" creationId="{ADFAA198-4C82-47B3-998F-E717146F6CA7}"/>
          </ac:graphicFrameMkLst>
        </pc:graphicFrameChg>
      </pc:sldChg>
      <pc:sldChg chg="modSp add mod">
        <pc:chgData name="黒沢　爽次" userId="fae486ef-0c84-45a4-a237-2d2b758b0e89" providerId="ADAL" clId="{877D3135-8805-4070-AC31-404870FE827C}" dt="2026-06-04T01:34:03.700" v="2251" actId="20577"/>
        <pc:sldMkLst>
          <pc:docMk/>
          <pc:sldMk cId="3136141015" sldId="263"/>
        </pc:sldMkLst>
        <pc:spChg chg="mod">
          <ac:chgData name="黒沢　爽次" userId="fae486ef-0c84-45a4-a237-2d2b758b0e89" providerId="ADAL" clId="{877D3135-8805-4070-AC31-404870FE827C}" dt="2026-06-04T01:34:03.700" v="2251" actId="20577"/>
          <ac:spMkLst>
            <pc:docMk/>
            <pc:sldMk cId="3136141015" sldId="263"/>
            <ac:spMk id="4" creationId="{CDB930A9-01B5-42D9-BBEE-3F2501F91D8D}"/>
          </ac:spMkLst>
        </pc:spChg>
      </pc:sldChg>
      <pc:sldChg chg="add">
        <pc:chgData name="黒沢　爽次" userId="fae486ef-0c84-45a4-a237-2d2b758b0e89" providerId="ADAL" clId="{877D3135-8805-4070-AC31-404870FE827C}" dt="2026-06-04T00:46:56.698" v="736"/>
        <pc:sldMkLst>
          <pc:docMk/>
          <pc:sldMk cId="1513510081" sldId="264"/>
        </pc:sldMkLst>
      </pc:sldChg>
      <pc:sldMasterChg chg="addSldLayout">
        <pc:chgData name="黒沢　爽次" userId="fae486ef-0c84-45a4-a237-2d2b758b0e89" providerId="ADAL" clId="{877D3135-8805-4070-AC31-404870FE827C}" dt="2026-06-02T03:25:48.798" v="0" actId="680"/>
        <pc:sldMasterMkLst>
          <pc:docMk/>
          <pc:sldMasterMk cId="2369499718" sldId="2147483648"/>
        </pc:sldMasterMkLst>
        <pc:sldLayoutChg chg="add">
          <pc:chgData name="黒沢　爽次" userId="fae486ef-0c84-45a4-a237-2d2b758b0e89" providerId="ADAL" clId="{877D3135-8805-4070-AC31-404870FE827C}" dt="2026-06-02T03:25:48.798" v="0" actId="680"/>
          <pc:sldLayoutMkLst>
            <pc:docMk/>
            <pc:sldMasterMk cId="2369499718" sldId="2147483648"/>
            <pc:sldLayoutMk cId="2778678983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26B152-8435-47D0-8142-845BDD808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7CB8C72-B187-4B5A-8992-F38298141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778678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9499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25BC178-CBC0-4AA1-B261-6881976B27A1}"/>
              </a:ext>
            </a:extLst>
          </p:cNvPr>
          <p:cNvSpPr txBox="1"/>
          <p:nvPr/>
        </p:nvSpPr>
        <p:spPr>
          <a:xfrm>
            <a:off x="1318161" y="175754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パラメーター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7886136-1E36-4489-A805-CB6EB3FA1E1A}"/>
              </a:ext>
            </a:extLst>
          </p:cNvPr>
          <p:cNvSpPr txBox="1"/>
          <p:nvPr/>
        </p:nvSpPr>
        <p:spPr>
          <a:xfrm>
            <a:off x="1816925" y="2671948"/>
            <a:ext cx="185820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体力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攻撃力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素早さ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攻撃の種類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スキル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必殺技の種類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必殺技ゲージ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27F1829-1FF1-4B4F-ACF7-980DC9888073}"/>
              </a:ext>
            </a:extLst>
          </p:cNvPr>
          <p:cNvSpPr txBox="1"/>
          <p:nvPr/>
        </p:nvSpPr>
        <p:spPr>
          <a:xfrm>
            <a:off x="5201392" y="2671948"/>
            <a:ext cx="57823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通常攻撃</a:t>
            </a:r>
            <a:r>
              <a:rPr kumimoji="1" lang="en-US" altLang="ja-JP" dirty="0"/>
              <a:t>…</a:t>
            </a:r>
            <a:r>
              <a:rPr kumimoji="1" lang="ja-JP" altLang="en-US" dirty="0"/>
              <a:t>無制限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スキル</a:t>
            </a:r>
            <a:r>
              <a:rPr lang="en-US" altLang="ja-JP" dirty="0"/>
              <a:t>…</a:t>
            </a:r>
            <a:r>
              <a:rPr lang="ja-JP" altLang="en-US" dirty="0"/>
              <a:t>時間経過で使用可能に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必殺技</a:t>
            </a:r>
            <a:r>
              <a:rPr kumimoji="1" lang="en-US" altLang="ja-JP" dirty="0"/>
              <a:t>…</a:t>
            </a:r>
            <a:r>
              <a:rPr kumimoji="1" lang="ja-JP" altLang="en-US" dirty="0"/>
              <a:t>エリア内のアイテムを集めると使用可能に</a:t>
            </a:r>
          </a:p>
        </p:txBody>
      </p:sp>
    </p:spTree>
    <p:extLst>
      <p:ext uri="{BB962C8B-B14F-4D97-AF65-F5344CB8AC3E}">
        <p14:creationId xmlns:p14="http://schemas.microsoft.com/office/powerpoint/2010/main" val="1755018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C772783-9C9F-4916-BB86-DAA237C22F74}"/>
              </a:ext>
            </a:extLst>
          </p:cNvPr>
          <p:cNvSpPr txBox="1"/>
          <p:nvPr/>
        </p:nvSpPr>
        <p:spPr>
          <a:xfrm>
            <a:off x="1911927" y="169817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種類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C330F5-189F-4170-A703-A1531F05D30A}"/>
              </a:ext>
            </a:extLst>
          </p:cNvPr>
          <p:cNvSpPr txBox="1"/>
          <p:nvPr/>
        </p:nvSpPr>
        <p:spPr>
          <a:xfrm>
            <a:off x="2375065" y="2291938"/>
            <a:ext cx="23198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バランス型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速くて低耐久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遅くて高耐久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能力低くて長射程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妨害特化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B9BAE7E-0EB8-4AB8-A301-8F6249AB01AA}"/>
              </a:ext>
            </a:extLst>
          </p:cNvPr>
          <p:cNvSpPr txBox="1"/>
          <p:nvPr/>
        </p:nvSpPr>
        <p:spPr>
          <a:xfrm>
            <a:off x="1911927" y="5159829"/>
            <a:ext cx="48013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経験値をためてプレイヤーレベルが上がると</a:t>
            </a:r>
            <a:endParaRPr kumimoji="1" lang="en-US" altLang="ja-JP" dirty="0"/>
          </a:p>
          <a:p>
            <a:r>
              <a:rPr kumimoji="1" lang="ja-JP" altLang="en-US" dirty="0"/>
              <a:t>新キャラ開放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8B8F5C-EA1A-43E5-A8F0-FD54D54F3972}"/>
              </a:ext>
            </a:extLst>
          </p:cNvPr>
          <p:cNvSpPr txBox="1"/>
          <p:nvPr/>
        </p:nvSpPr>
        <p:spPr>
          <a:xfrm flipH="1">
            <a:off x="7349044" y="5950183"/>
            <a:ext cx="2331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思いつき次第追加</a:t>
            </a:r>
          </a:p>
        </p:txBody>
      </p:sp>
    </p:spTree>
    <p:extLst>
      <p:ext uri="{BB962C8B-B14F-4D97-AF65-F5344CB8AC3E}">
        <p14:creationId xmlns:p14="http://schemas.microsoft.com/office/powerpoint/2010/main" val="3421931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バランス型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6920752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剣による近接攻撃　硬直時間：中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攻撃力と素早さにバフ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剣を前方に向けて突進、大ダメージ。突進中は無敵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はじめから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FA21201-77FC-4CCA-A0ED-190309121061}"/>
              </a:ext>
            </a:extLst>
          </p:cNvPr>
          <p:cNvSpPr txBox="1"/>
          <p:nvPr/>
        </p:nvSpPr>
        <p:spPr>
          <a:xfrm>
            <a:off x="4821382" y="182999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イメージ：勇者</a:t>
            </a:r>
          </a:p>
        </p:txBody>
      </p:sp>
    </p:spTree>
    <p:extLst>
      <p:ext uri="{BB962C8B-B14F-4D97-AF65-F5344CB8AC3E}">
        <p14:creationId xmlns:p14="http://schemas.microsoft.com/office/powerpoint/2010/main" val="776901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速くて低耐久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835449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ナイフによる近接攻撃　硬直時間：極小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一定時間姿を消す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ナイフを投げて長射程攻撃　</a:t>
                      </a:r>
                      <a:r>
                        <a:rPr kumimoji="1" lang="en-US" altLang="ja-JP" dirty="0"/>
                        <a:t>5</a:t>
                      </a:r>
                      <a:r>
                        <a:rPr kumimoji="1" lang="ja-JP" altLang="en-US" dirty="0"/>
                        <a:t>～１０発ぐらい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序盤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スキル使用時は味方からは半透明で見える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C7BF306-8508-4A5E-98AD-895246A1CAC1}"/>
              </a:ext>
            </a:extLst>
          </p:cNvPr>
          <p:cNvSpPr txBox="1"/>
          <p:nvPr/>
        </p:nvSpPr>
        <p:spPr>
          <a:xfrm>
            <a:off x="4821382" y="182999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イメージ：忍者</a:t>
            </a:r>
          </a:p>
        </p:txBody>
      </p:sp>
    </p:spTree>
    <p:extLst>
      <p:ext uri="{BB962C8B-B14F-4D97-AF65-F5344CB8AC3E}">
        <p14:creationId xmlns:p14="http://schemas.microsoft.com/office/powerpoint/2010/main" val="3538850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遅くて高耐久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0246919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パンチによる近接攻撃　硬直時間：長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一定時間被ダメージを軽減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のしかかって攻撃　タメあり　硬直長め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序盤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983D67-C329-4A79-A624-464A410881FC}"/>
              </a:ext>
            </a:extLst>
          </p:cNvPr>
          <p:cNvSpPr txBox="1"/>
          <p:nvPr/>
        </p:nvSpPr>
        <p:spPr>
          <a:xfrm>
            <a:off x="4821382" y="182999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イメージ：ゴーレム</a:t>
            </a:r>
          </a:p>
        </p:txBody>
      </p:sp>
    </p:spTree>
    <p:extLst>
      <p:ext uri="{BB962C8B-B14F-4D97-AF65-F5344CB8AC3E}">
        <p14:creationId xmlns:p14="http://schemas.microsoft.com/office/powerpoint/2010/main" val="2322425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能力低くて長射程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710213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弓矢による遠隔攻撃　硬直時間：短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数秒間高速で移動できる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毒の矢で攻撃、一定時間定数ダメージ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BD76852-170D-4ABC-A233-BF44249999A5}"/>
              </a:ext>
            </a:extLst>
          </p:cNvPr>
          <p:cNvSpPr txBox="1"/>
          <p:nvPr/>
        </p:nvSpPr>
        <p:spPr>
          <a:xfrm>
            <a:off x="4821382" y="182999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イメージ：妖精</a:t>
            </a:r>
          </a:p>
        </p:txBody>
      </p:sp>
    </p:spTree>
    <p:extLst>
      <p:ext uri="{BB962C8B-B14F-4D97-AF65-F5344CB8AC3E}">
        <p14:creationId xmlns:p14="http://schemas.microsoft.com/office/powerpoint/2010/main" val="647613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妨害特化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265227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毒を噴射、当たると毒状態に　硬直時間：中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一定時間動けなくなるトラップを設置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当たった敵のスキル、必殺技ゲージを０にする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終盤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A3F2D3-3564-4A75-9CF5-FEA21278DC76}"/>
              </a:ext>
            </a:extLst>
          </p:cNvPr>
          <p:cNvSpPr txBox="1"/>
          <p:nvPr/>
        </p:nvSpPr>
        <p:spPr>
          <a:xfrm>
            <a:off x="4821382" y="182999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イメージ：毒蛇</a:t>
            </a:r>
          </a:p>
        </p:txBody>
      </p:sp>
    </p:spTree>
    <p:extLst>
      <p:ext uri="{BB962C8B-B14F-4D97-AF65-F5344CB8AC3E}">
        <p14:creationId xmlns:p14="http://schemas.microsoft.com/office/powerpoint/2010/main" val="3456137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（追加用）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/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6141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バランス型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/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3510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329</Words>
  <Application>Microsoft Office PowerPoint</Application>
  <PresentationFormat>ワイド画面</PresentationFormat>
  <Paragraphs>124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6</cp:revision>
  <dcterms:created xsi:type="dcterms:W3CDTF">2026-06-02T03:25:44Z</dcterms:created>
  <dcterms:modified xsi:type="dcterms:W3CDTF">2026-06-04T01:34:25Z</dcterms:modified>
</cp:coreProperties>
</file>