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黒沢　爽次" userId="fae486ef-0c84-45a4-a237-2d2b758b0e89" providerId="ADAL" clId="{C54E03A6-DA14-437F-B108-34F2BCF5E6C8}"/>
    <pc:docChg chg="undo custSel addSld modSld sldOrd">
      <pc:chgData name="黒沢　爽次" userId="fae486ef-0c84-45a4-a237-2d2b758b0e89" providerId="ADAL" clId="{C54E03A6-DA14-437F-B108-34F2BCF5E6C8}" dt="2026-06-04T01:36:53.479" v="322" actId="20577"/>
      <pc:docMkLst>
        <pc:docMk/>
      </pc:docMkLst>
      <pc:sldChg chg="addSp delSp modSp new mod">
        <pc:chgData name="黒沢　爽次" userId="fae486ef-0c84-45a4-a237-2d2b758b0e89" providerId="ADAL" clId="{C54E03A6-DA14-437F-B108-34F2BCF5E6C8}" dt="2026-06-04T01:36:53.479" v="322" actId="20577"/>
        <pc:sldMkLst>
          <pc:docMk/>
          <pc:sldMk cId="457859946" sldId="256"/>
        </pc:sldMkLst>
        <pc:spChg chg="del">
          <ac:chgData name="黒沢　爽次" userId="fae486ef-0c84-45a4-a237-2d2b758b0e89" providerId="ADAL" clId="{C54E03A6-DA14-437F-B108-34F2BCF5E6C8}" dt="2026-06-02T03:07:04.667" v="1" actId="478"/>
          <ac:spMkLst>
            <pc:docMk/>
            <pc:sldMk cId="457859946" sldId="256"/>
            <ac:spMk id="2" creationId="{53F5E23D-2D2B-4C16-9014-14FE193E1E17}"/>
          </ac:spMkLst>
        </pc:spChg>
        <pc:spChg chg="del">
          <ac:chgData name="黒沢　爽次" userId="fae486ef-0c84-45a4-a237-2d2b758b0e89" providerId="ADAL" clId="{C54E03A6-DA14-437F-B108-34F2BCF5E6C8}" dt="2026-06-02T03:07:04.667" v="1" actId="478"/>
          <ac:spMkLst>
            <pc:docMk/>
            <pc:sldMk cId="457859946" sldId="256"/>
            <ac:spMk id="3" creationId="{E580847C-EE7E-4740-A034-0E50DAB2BDFE}"/>
          </ac:spMkLst>
        </pc:spChg>
        <pc:spChg chg="add mod">
          <ac:chgData name="黒沢　爽次" userId="fae486ef-0c84-45a4-a237-2d2b758b0e89" providerId="ADAL" clId="{C54E03A6-DA14-437F-B108-34F2BCF5E6C8}" dt="2026-06-02T03:07:17.155" v="15" actId="20577"/>
          <ac:spMkLst>
            <pc:docMk/>
            <pc:sldMk cId="457859946" sldId="256"/>
            <ac:spMk id="4" creationId="{96A5D10E-4380-4E7C-8536-CE7D0CEE24BE}"/>
          </ac:spMkLst>
        </pc:spChg>
        <pc:graphicFrameChg chg="add mod modGraphic">
          <ac:chgData name="黒沢　爽次" userId="fae486ef-0c84-45a4-a237-2d2b758b0e89" providerId="ADAL" clId="{C54E03A6-DA14-437F-B108-34F2BCF5E6C8}" dt="2026-06-04T01:36:53.479" v="322" actId="20577"/>
          <ac:graphicFrameMkLst>
            <pc:docMk/>
            <pc:sldMk cId="457859946" sldId="256"/>
            <ac:graphicFrameMk id="5" creationId="{A141B9AC-7275-4882-93FA-FE3DB8D8A1DB}"/>
          </ac:graphicFrameMkLst>
        </pc:graphicFrameChg>
      </pc:sldChg>
      <pc:sldChg chg="addSp delSp modSp new mod ord">
        <pc:chgData name="黒沢　爽次" userId="fae486ef-0c84-45a4-a237-2d2b758b0e89" providerId="ADAL" clId="{C54E03A6-DA14-437F-B108-34F2BCF5E6C8}" dt="2026-06-04T01:34:34.699" v="264" actId="20577"/>
        <pc:sldMkLst>
          <pc:docMk/>
          <pc:sldMk cId="2943348154" sldId="257"/>
        </pc:sldMkLst>
        <pc:spChg chg="del">
          <ac:chgData name="黒沢　爽次" userId="fae486ef-0c84-45a4-a237-2d2b758b0e89" providerId="ADAL" clId="{C54E03A6-DA14-437F-B108-34F2BCF5E6C8}" dt="2026-06-02T03:08:58.403" v="65" actId="478"/>
          <ac:spMkLst>
            <pc:docMk/>
            <pc:sldMk cId="2943348154" sldId="257"/>
            <ac:spMk id="2" creationId="{6712287B-25BA-42CE-86B6-AC75E97D825F}"/>
          </ac:spMkLst>
        </pc:spChg>
        <pc:spChg chg="del">
          <ac:chgData name="黒沢　爽次" userId="fae486ef-0c84-45a4-a237-2d2b758b0e89" providerId="ADAL" clId="{C54E03A6-DA14-437F-B108-34F2BCF5E6C8}" dt="2026-06-02T03:08:58.403" v="65" actId="478"/>
          <ac:spMkLst>
            <pc:docMk/>
            <pc:sldMk cId="2943348154" sldId="257"/>
            <ac:spMk id="3" creationId="{BD1306C3-FB2E-471B-8607-DE7B68EF208E}"/>
          </ac:spMkLst>
        </pc:spChg>
        <pc:spChg chg="add mod">
          <ac:chgData name="黒沢　爽次" userId="fae486ef-0c84-45a4-a237-2d2b758b0e89" providerId="ADAL" clId="{C54E03A6-DA14-437F-B108-34F2BCF5E6C8}" dt="2026-06-02T03:09:12.259" v="87" actId="20577"/>
          <ac:spMkLst>
            <pc:docMk/>
            <pc:sldMk cId="2943348154" sldId="257"/>
            <ac:spMk id="4" creationId="{A361F1C0-FD93-44FA-BEC7-46589EB39FE4}"/>
          </ac:spMkLst>
        </pc:spChg>
        <pc:spChg chg="add mod">
          <ac:chgData name="黒沢　爽次" userId="fae486ef-0c84-45a4-a237-2d2b758b0e89" providerId="ADAL" clId="{C54E03A6-DA14-437F-B108-34F2BCF5E6C8}" dt="2026-06-04T01:34:34.699" v="264" actId="20577"/>
          <ac:spMkLst>
            <pc:docMk/>
            <pc:sldMk cId="2943348154" sldId="257"/>
            <ac:spMk id="5" creationId="{9EAB49D3-FC5F-45E6-B4F7-8B6A717F41AB}"/>
          </ac:spMkLst>
        </pc:spChg>
      </pc:sldChg>
      <pc:sldMasterChg chg="addSldLayout">
        <pc:chgData name="黒沢　爽次" userId="fae486ef-0c84-45a4-a237-2d2b758b0e89" providerId="ADAL" clId="{C54E03A6-DA14-437F-B108-34F2BCF5E6C8}" dt="2026-06-02T03:07:01.681" v="0" actId="680"/>
        <pc:sldMasterMkLst>
          <pc:docMk/>
          <pc:sldMasterMk cId="2826556946" sldId="2147483648"/>
        </pc:sldMasterMkLst>
        <pc:sldLayoutChg chg="add">
          <pc:chgData name="黒沢　爽次" userId="fae486ef-0c84-45a4-a237-2d2b758b0e89" providerId="ADAL" clId="{C54E03A6-DA14-437F-B108-34F2BCF5E6C8}" dt="2026-06-02T03:07:01.681" v="0" actId="680"/>
          <pc:sldLayoutMkLst>
            <pc:docMk/>
            <pc:sldMasterMk cId="2826556946" sldId="2147483648"/>
            <pc:sldLayoutMk cId="13151941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7CA3F-A0A9-4AC2-B09F-DE47FAC79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28F43D-37FA-4423-981B-73716CC9B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151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55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61F1C0-FD93-44FA-BEC7-46589EB39FE4}"/>
              </a:ext>
            </a:extLst>
          </p:cNvPr>
          <p:cNvSpPr txBox="1"/>
          <p:nvPr/>
        </p:nvSpPr>
        <p:spPr>
          <a:xfrm>
            <a:off x="1520042" y="13894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動き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AB49D3-FC5F-45E6-B4F7-8B6A717F41AB}"/>
              </a:ext>
            </a:extLst>
          </p:cNvPr>
          <p:cNvSpPr txBox="1"/>
          <p:nvPr/>
        </p:nvSpPr>
        <p:spPr>
          <a:xfrm>
            <a:off x="1923803" y="2398816"/>
            <a:ext cx="16273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移動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ジャンプ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カメラ回転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通常攻撃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必殺技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334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A5D10E-4380-4E7C-8536-CE7D0CEE24BE}"/>
              </a:ext>
            </a:extLst>
          </p:cNvPr>
          <p:cNvSpPr txBox="1"/>
          <p:nvPr/>
        </p:nvSpPr>
        <p:spPr>
          <a:xfrm>
            <a:off x="1294410" y="14131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操作方法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A141B9AC-7275-4882-93FA-FE3DB8D8A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21158"/>
              </p:ext>
            </p:extLst>
          </p:nvPr>
        </p:nvGraphicFramePr>
        <p:xfrm>
          <a:off x="2032000" y="2334710"/>
          <a:ext cx="8127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101">
                  <a:extLst>
                    <a:ext uri="{9D8B030D-6E8A-4147-A177-3AD203B41FA5}">
                      <a16:colId xmlns:a16="http://schemas.microsoft.com/office/drawing/2014/main" val="1976864679"/>
                    </a:ext>
                  </a:extLst>
                </a:gridCol>
                <a:gridCol w="1935678">
                  <a:extLst>
                    <a:ext uri="{9D8B030D-6E8A-4147-A177-3AD203B41FA5}">
                      <a16:colId xmlns:a16="http://schemas.microsoft.com/office/drawing/2014/main" val="4274376859"/>
                    </a:ext>
                  </a:extLst>
                </a:gridCol>
                <a:gridCol w="4519220">
                  <a:extLst>
                    <a:ext uri="{9D8B030D-6E8A-4147-A177-3AD203B41FA5}">
                      <a16:colId xmlns:a16="http://schemas.microsoft.com/office/drawing/2014/main" val="1427316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39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69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WASD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右スティック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カメラ回転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993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通常攻撃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03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必殺技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74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スキル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375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ポーズ画面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441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835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85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</Words>
  <Application>Microsoft Office PowerPoint</Application>
  <PresentationFormat>ワイド画面</PresentationFormat>
  <Paragraphs>28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1</cp:revision>
  <dcterms:created xsi:type="dcterms:W3CDTF">2026-06-02T03:06:59Z</dcterms:created>
  <dcterms:modified xsi:type="dcterms:W3CDTF">2026-06-04T01:38:14Z</dcterms:modified>
</cp:coreProperties>
</file>