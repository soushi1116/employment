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1" d="100"/>
          <a:sy n="81" d="100"/>
        </p:scale>
        <p:origin x="126" y="24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黒沢　爽次" userId="fae486ef-0c84-45a4-a237-2d2b758b0e89" providerId="ADAL" clId="{9BD741BE-1803-4E93-BF75-3AA969D2FB72}"/>
    <pc:docChg chg="custSel addSld modSld">
      <pc:chgData name="黒沢　爽次" userId="fae486ef-0c84-45a4-a237-2d2b758b0e89" providerId="ADAL" clId="{9BD741BE-1803-4E93-BF75-3AA969D2FB72}" dt="2026-06-02T03:24:43.007" v="159" actId="20577"/>
      <pc:docMkLst>
        <pc:docMk/>
      </pc:docMkLst>
      <pc:sldChg chg="addSp delSp modSp new mod">
        <pc:chgData name="黒沢　爽次" userId="fae486ef-0c84-45a4-a237-2d2b758b0e89" providerId="ADAL" clId="{9BD741BE-1803-4E93-BF75-3AA969D2FB72}" dt="2026-06-02T03:24:43.007" v="159" actId="20577"/>
        <pc:sldMkLst>
          <pc:docMk/>
          <pc:sldMk cId="1203921747" sldId="256"/>
        </pc:sldMkLst>
        <pc:spChg chg="del">
          <ac:chgData name="黒沢　爽次" userId="fae486ef-0c84-45a4-a237-2d2b758b0e89" providerId="ADAL" clId="{9BD741BE-1803-4E93-BF75-3AA969D2FB72}" dt="2026-06-02T03:21:30.253" v="1" actId="478"/>
          <ac:spMkLst>
            <pc:docMk/>
            <pc:sldMk cId="1203921747" sldId="256"/>
            <ac:spMk id="2" creationId="{E212FC45-6D36-443D-8837-CEF61F78B7C6}"/>
          </ac:spMkLst>
        </pc:spChg>
        <pc:spChg chg="del">
          <ac:chgData name="黒沢　爽次" userId="fae486ef-0c84-45a4-a237-2d2b758b0e89" providerId="ADAL" clId="{9BD741BE-1803-4E93-BF75-3AA969D2FB72}" dt="2026-06-02T03:21:30.253" v="1" actId="478"/>
          <ac:spMkLst>
            <pc:docMk/>
            <pc:sldMk cId="1203921747" sldId="256"/>
            <ac:spMk id="3" creationId="{8AAF6B8B-1640-4D9D-A6CC-54C9DEEC90AE}"/>
          </ac:spMkLst>
        </pc:spChg>
        <pc:spChg chg="add del mod">
          <ac:chgData name="黒沢　爽次" userId="fae486ef-0c84-45a4-a237-2d2b758b0e89" providerId="ADAL" clId="{9BD741BE-1803-4E93-BF75-3AA969D2FB72}" dt="2026-06-02T03:22:13.868" v="32" actId="21"/>
          <ac:spMkLst>
            <pc:docMk/>
            <pc:sldMk cId="1203921747" sldId="256"/>
            <ac:spMk id="4" creationId="{D5AAF82B-F242-4C29-B94A-0BA18A747E1F}"/>
          </ac:spMkLst>
        </pc:spChg>
        <pc:spChg chg="add mod">
          <ac:chgData name="黒沢　爽次" userId="fae486ef-0c84-45a4-a237-2d2b758b0e89" providerId="ADAL" clId="{9BD741BE-1803-4E93-BF75-3AA969D2FB72}" dt="2026-06-02T03:24:43.007" v="159" actId="20577"/>
          <ac:spMkLst>
            <pc:docMk/>
            <pc:sldMk cId="1203921747" sldId="256"/>
            <ac:spMk id="5" creationId="{E83E45FD-5B6D-499D-9B32-4C800C3BCA9D}"/>
          </ac:spMkLst>
        </pc:spChg>
      </pc:sldChg>
      <pc:sldMasterChg chg="addSldLayout">
        <pc:chgData name="黒沢　爽次" userId="fae486ef-0c84-45a4-a237-2d2b758b0e89" providerId="ADAL" clId="{9BD741BE-1803-4E93-BF75-3AA969D2FB72}" dt="2026-06-02T03:21:27.572" v="0" actId="680"/>
        <pc:sldMasterMkLst>
          <pc:docMk/>
          <pc:sldMasterMk cId="2720482021" sldId="2147483648"/>
        </pc:sldMasterMkLst>
        <pc:sldLayoutChg chg="add">
          <pc:chgData name="黒沢　爽次" userId="fae486ef-0c84-45a4-a237-2d2b758b0e89" providerId="ADAL" clId="{9BD741BE-1803-4E93-BF75-3AA969D2FB72}" dt="2026-06-02T03:21:27.572" v="0" actId="680"/>
          <pc:sldLayoutMkLst>
            <pc:docMk/>
            <pc:sldMasterMk cId="2720482021" sldId="2147483648"/>
            <pc:sldLayoutMk cId="2808167632" sldId="2147483649"/>
          </pc:sldLayoutMkLst>
        </pc:sldLayoutChg>
      </pc:sldMaster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863806B-21E8-47B6-B021-2F3AAEA7647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22B7108A-EDA8-4D2C-9B27-55E1963CC77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28081676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204820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E83E45FD-5B6D-499D-9B32-4C800C3BCA9D}"/>
              </a:ext>
            </a:extLst>
          </p:cNvPr>
          <p:cNvSpPr txBox="1"/>
          <p:nvPr/>
        </p:nvSpPr>
        <p:spPr>
          <a:xfrm>
            <a:off x="2113808" y="2125683"/>
            <a:ext cx="647484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追跡、逃走の動き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エイム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dirty="0"/>
              <a:t>キャラにあった勝利条件選択、勝利条件に合った立ち回り</a:t>
            </a:r>
            <a:endParaRPr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/>
              <a:t>強さ設定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20392174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20</Words>
  <Application>Microsoft Office PowerPoint</Application>
  <PresentationFormat>ワイド画面</PresentationFormat>
  <Paragraphs>4</Paragraphs>
  <Slides>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5" baseType="lpstr">
      <vt:lpstr>游ゴシック</vt:lpstr>
      <vt:lpstr>游ゴシック Light</vt:lpstr>
      <vt:lpstr>Arial</vt:lpstr>
      <vt:lpstr>Office テーマ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黒沢　爽次</dc:creator>
  <cp:lastModifiedBy>黒沢　爽次</cp:lastModifiedBy>
  <cp:revision>1</cp:revision>
  <dcterms:created xsi:type="dcterms:W3CDTF">2026-06-02T03:21:24Z</dcterms:created>
  <dcterms:modified xsi:type="dcterms:W3CDTF">2026-06-02T03:24:46Z</dcterms:modified>
</cp:coreProperties>
</file>