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9BD741BE-1803-4E93-BF75-3AA969D2FB72}"/>
    <pc:docChg chg="custSel addSld modSld">
      <pc:chgData name="黒沢　爽次" userId="fae486ef-0c84-45a4-a237-2d2b758b0e89" providerId="ADAL" clId="{9BD741BE-1803-4E93-BF75-3AA969D2FB72}" dt="2026-06-04T00:31:47.657" v="160" actId="20577"/>
      <pc:docMkLst>
        <pc:docMk/>
      </pc:docMkLst>
      <pc:sldChg chg="addSp delSp modSp new mod">
        <pc:chgData name="黒沢　爽次" userId="fae486ef-0c84-45a4-a237-2d2b758b0e89" providerId="ADAL" clId="{9BD741BE-1803-4E93-BF75-3AA969D2FB72}" dt="2026-06-04T00:31:47.657" v="160" actId="20577"/>
        <pc:sldMkLst>
          <pc:docMk/>
          <pc:sldMk cId="1203921747" sldId="256"/>
        </pc:sldMkLst>
        <pc:spChg chg="del">
          <ac:chgData name="黒沢　爽次" userId="fae486ef-0c84-45a4-a237-2d2b758b0e89" providerId="ADAL" clId="{9BD741BE-1803-4E93-BF75-3AA969D2FB72}" dt="2026-06-02T03:21:30.253" v="1" actId="478"/>
          <ac:spMkLst>
            <pc:docMk/>
            <pc:sldMk cId="1203921747" sldId="256"/>
            <ac:spMk id="2" creationId="{E212FC45-6D36-443D-8837-CEF61F78B7C6}"/>
          </ac:spMkLst>
        </pc:spChg>
        <pc:spChg chg="del">
          <ac:chgData name="黒沢　爽次" userId="fae486ef-0c84-45a4-a237-2d2b758b0e89" providerId="ADAL" clId="{9BD741BE-1803-4E93-BF75-3AA969D2FB72}" dt="2026-06-02T03:21:30.253" v="1" actId="478"/>
          <ac:spMkLst>
            <pc:docMk/>
            <pc:sldMk cId="1203921747" sldId="256"/>
            <ac:spMk id="3" creationId="{8AAF6B8B-1640-4D9D-A6CC-54C9DEEC90AE}"/>
          </ac:spMkLst>
        </pc:spChg>
        <pc:spChg chg="add del mod">
          <ac:chgData name="黒沢　爽次" userId="fae486ef-0c84-45a4-a237-2d2b758b0e89" providerId="ADAL" clId="{9BD741BE-1803-4E93-BF75-3AA969D2FB72}" dt="2026-06-02T03:22:13.868" v="32" actId="21"/>
          <ac:spMkLst>
            <pc:docMk/>
            <pc:sldMk cId="1203921747" sldId="256"/>
            <ac:spMk id="4" creationId="{D5AAF82B-F242-4C29-B94A-0BA18A747E1F}"/>
          </ac:spMkLst>
        </pc:spChg>
        <pc:spChg chg="add mod">
          <ac:chgData name="黒沢　爽次" userId="fae486ef-0c84-45a4-a237-2d2b758b0e89" providerId="ADAL" clId="{9BD741BE-1803-4E93-BF75-3AA969D2FB72}" dt="2026-06-04T00:31:47.657" v="160" actId="20577"/>
          <ac:spMkLst>
            <pc:docMk/>
            <pc:sldMk cId="1203921747" sldId="256"/>
            <ac:spMk id="5" creationId="{E83E45FD-5B6D-499D-9B32-4C800C3BCA9D}"/>
          </ac:spMkLst>
        </pc:spChg>
      </pc:sldChg>
      <pc:sldMasterChg chg="addSldLayout">
        <pc:chgData name="黒沢　爽次" userId="fae486ef-0c84-45a4-a237-2d2b758b0e89" providerId="ADAL" clId="{9BD741BE-1803-4E93-BF75-3AA969D2FB72}" dt="2026-06-02T03:21:27.572" v="0" actId="680"/>
        <pc:sldMasterMkLst>
          <pc:docMk/>
          <pc:sldMasterMk cId="2720482021" sldId="2147483648"/>
        </pc:sldMasterMkLst>
        <pc:sldLayoutChg chg="add">
          <pc:chgData name="黒沢　爽次" userId="fae486ef-0c84-45a4-a237-2d2b758b0e89" providerId="ADAL" clId="{9BD741BE-1803-4E93-BF75-3AA969D2FB72}" dt="2026-06-02T03:21:27.572" v="0" actId="680"/>
          <pc:sldLayoutMkLst>
            <pc:docMk/>
            <pc:sldMasterMk cId="2720482021" sldId="2147483648"/>
            <pc:sldLayoutMk cId="280816763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3806B-21E8-47B6-B021-2F3AAEA76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B7108A-EDA8-4D2C-9B27-55E1963CC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0816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48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3E45FD-5B6D-499D-9B32-4C800C3BCA9D}"/>
              </a:ext>
            </a:extLst>
          </p:cNvPr>
          <p:cNvSpPr txBox="1"/>
          <p:nvPr/>
        </p:nvSpPr>
        <p:spPr>
          <a:xfrm>
            <a:off x="2113808" y="2125683"/>
            <a:ext cx="64748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追跡、逃走の動き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エイム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キャラにあった勝利条件選択、勝利条件に合った立ち回り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強さ設定</a:t>
            </a:r>
          </a:p>
        </p:txBody>
      </p:sp>
    </p:spTree>
    <p:extLst>
      <p:ext uri="{BB962C8B-B14F-4D97-AF65-F5344CB8AC3E}">
        <p14:creationId xmlns:p14="http://schemas.microsoft.com/office/powerpoint/2010/main" val="120392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1</cp:revision>
  <dcterms:created xsi:type="dcterms:W3CDTF">2026-06-02T03:21:24Z</dcterms:created>
  <dcterms:modified xsi:type="dcterms:W3CDTF">2026-06-04T00:31:52Z</dcterms:modified>
</cp:coreProperties>
</file>