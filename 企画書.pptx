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37DE6-AB6F-4DA0-B8C5-577657208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4525C4-5D4E-4502-9E16-3830A4619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71781E-B8F4-41DB-9427-C7EFBEE6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576A45-75C7-492B-AEA6-1C7ECAAE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D18FAD-CB2A-484A-A0D1-4617DC32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90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812F0-968A-4D50-97CB-ABECD37F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45381F-D24E-42DD-AF45-C7236A62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43342B-D77B-4511-9793-BBEC7D1F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B4F60-DD03-4BBC-BFEF-787F498D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5B228E-92F1-4BC9-A862-05598270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40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380A5F-6892-4C01-AC06-ACE66ED9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F5AABA-B1DA-412F-90FA-B7C0D1F8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AD53F1-B14F-487D-B9E7-9F633CDA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1C17D2-9B35-42D9-B3A9-AFF1BE8A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76EAC5-3034-4CE7-B176-BF5C3214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217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C1302-F550-4517-97B1-A0E4C105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FA2E33-4888-45A3-8967-A53F9F2E9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571D3D-6F19-4476-AB06-35710748C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7CB641-C523-492D-A7BE-0751364F5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CC89D8-FA23-46E5-B795-5536165D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4883A1-4AD9-4A81-B194-D0E87B55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561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3D81A-44D7-4E2F-8DEC-FFA84D0BA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673376-8118-41BC-9DB8-0ECD8AB10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388FB0-ABFA-4442-9771-69D3C6A6F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BE4232-55C9-4D91-93F3-5C535883F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69C675-DD9C-47C8-93E4-81FE24B6A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EA334A-828B-499F-99E1-CFD170CD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AA23066-0082-42F7-9136-EDB4B030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21E45D6-F1A3-41A1-B15C-F494A7C0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21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A9BCBB-8DBD-4209-AF0B-DF25FBD07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B2062F-3C75-4893-ABD8-6E99719D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F18B47-2BD9-44D8-B796-7B8F2334E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08050E-AE79-406B-97D7-3C57D0B2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90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AE66A6-A995-4957-B2D5-4D4E7382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5821AA-DD19-4E99-8F4B-D9516C71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1B279F-61EF-49A2-B392-8B0F633C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25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A5CF7D-1B8D-4783-B197-567798C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627560-487E-4AA5-82ED-DC8196402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DE7455-4E97-4136-86BE-BBCB27C63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984EF9-AC59-408A-9EEB-A46A89F3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18C25E-9525-4743-BB03-A878C4D4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6FBB37-E1D8-4F29-A570-13A98683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0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93E2BB-1F92-4E37-8964-3A1C3E27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1B3F88-F64E-4037-9B47-959AD8D25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1236FE-D13D-472A-8D43-8B79C82BE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22A73E-9A37-4309-B8FB-BB44F6C70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111B3B-A6EC-4E2E-B1C1-8601A4AF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1AB42E-54BF-4A71-A1D3-0615212F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24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CD507C-AD59-47A9-94B5-FB391B89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06190F-692F-401E-8B2C-AB50A173A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147EF0-CE17-4002-B190-680000A2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E333DE-6679-40F0-89AA-B5F7660F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4572D-C0CA-4012-99BD-80836E07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487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118E60-C81C-4DC0-BC63-E64982E7F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0B43A0-0286-49B4-A428-E96DC6981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55682E-10FE-4C6E-B2C3-F1CA7A56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444A6B-9576-4C0A-8083-4D008ECD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780268-5876-4C0D-AA19-9A59FD22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82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4253CE-DFF7-4206-81F7-47B8E782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62A1C3-C154-41C6-8A5C-D6FBF77D7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13804F-C83D-4276-A5A2-2E1B6862B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90CA5-D828-4F12-AC34-EB78105EA81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B9EFEF-AAEC-4675-B929-5CE88053E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4183F7-D589-4DA7-B032-EAF9A677A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7A3EF-93D4-49D4-A2C5-BC510F2759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86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FC34C5-9B54-45DF-8335-C93845324F60}"/>
              </a:ext>
            </a:extLst>
          </p:cNvPr>
          <p:cNvSpPr txBox="1"/>
          <p:nvPr/>
        </p:nvSpPr>
        <p:spPr>
          <a:xfrm>
            <a:off x="4473146" y="24837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423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7D966B-013A-4819-BAB5-2729C1561034}"/>
              </a:ext>
            </a:extLst>
          </p:cNvPr>
          <p:cNvSpPr txBox="1"/>
          <p:nvPr/>
        </p:nvSpPr>
        <p:spPr>
          <a:xfrm>
            <a:off x="1606378" y="168051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コンセプト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CBECC7-ADB5-4635-B1D6-C5EC2A2B3AFB}"/>
              </a:ext>
            </a:extLst>
          </p:cNvPr>
          <p:cNvSpPr txBox="1"/>
          <p:nvPr/>
        </p:nvSpPr>
        <p:spPr>
          <a:xfrm>
            <a:off x="2409568" y="2533135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攻撃をしない・されないアクションゲーム</a:t>
            </a:r>
          </a:p>
        </p:txBody>
      </p:sp>
    </p:spTree>
    <p:extLst>
      <p:ext uri="{BB962C8B-B14F-4D97-AF65-F5344CB8AC3E}">
        <p14:creationId xmlns:p14="http://schemas.microsoft.com/office/powerpoint/2010/main" val="2848011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46BFF0-4BB9-40DC-90DB-54DF34FA6A5B}"/>
              </a:ext>
            </a:extLst>
          </p:cNvPr>
          <p:cNvSpPr txBox="1"/>
          <p:nvPr/>
        </p:nvSpPr>
        <p:spPr>
          <a:xfrm>
            <a:off x="1235676" y="1709908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すぐやられてしまう、一方的にやられてしまう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8619B7-19AA-45A2-9B78-F6B50A1881C4}"/>
              </a:ext>
            </a:extLst>
          </p:cNvPr>
          <p:cNvSpPr txBox="1"/>
          <p:nvPr/>
        </p:nvSpPr>
        <p:spPr>
          <a:xfrm>
            <a:off x="902044" y="2199503"/>
            <a:ext cx="4015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あきらめてやめてしまう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FE17C3-F876-41EF-A708-88654E647DDB}"/>
              </a:ext>
            </a:extLst>
          </p:cNvPr>
          <p:cNvSpPr txBox="1"/>
          <p:nvPr/>
        </p:nvSpPr>
        <p:spPr>
          <a:xfrm>
            <a:off x="902044" y="3369554"/>
            <a:ext cx="4786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攻撃されない→やられてしまうことがない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3EAC84-B18D-4456-9B76-104023807AC0}"/>
              </a:ext>
            </a:extLst>
          </p:cNvPr>
          <p:cNvSpPr txBox="1"/>
          <p:nvPr/>
        </p:nvSpPr>
        <p:spPr>
          <a:xfrm>
            <a:off x="6503773" y="3369554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制限時間内は動くことができる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18049C-A96D-4881-935E-98083CD43F01}"/>
              </a:ext>
            </a:extLst>
          </p:cNvPr>
          <p:cNvSpPr txBox="1"/>
          <p:nvPr/>
        </p:nvSpPr>
        <p:spPr>
          <a:xfrm>
            <a:off x="1235676" y="5029200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あきらめてやめてしまうことが起きづらい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9E5578-548C-4206-BED9-406304255664}"/>
              </a:ext>
            </a:extLst>
          </p:cNvPr>
          <p:cNvSpPr txBox="1"/>
          <p:nvPr/>
        </p:nvSpPr>
        <p:spPr>
          <a:xfrm>
            <a:off x="902044" y="766119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u="sng" dirty="0"/>
              <a:t>なぜ攻撃がないのか</a:t>
            </a:r>
          </a:p>
        </p:txBody>
      </p:sp>
    </p:spTree>
    <p:extLst>
      <p:ext uri="{BB962C8B-B14F-4D97-AF65-F5344CB8AC3E}">
        <p14:creationId xmlns:p14="http://schemas.microsoft.com/office/powerpoint/2010/main" val="415618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6CA645-ABFC-4C80-9B93-D9055FF2DF05}"/>
              </a:ext>
            </a:extLst>
          </p:cNvPr>
          <p:cNvSpPr txBox="1"/>
          <p:nvPr/>
        </p:nvSpPr>
        <p:spPr>
          <a:xfrm>
            <a:off x="1022359" y="1025611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敵</a:t>
            </a:r>
            <a:r>
              <a:rPr kumimoji="1" lang="en-US" altLang="ja-JP" sz="3200" dirty="0"/>
              <a:t>…</a:t>
            </a:r>
            <a:r>
              <a:rPr kumimoji="1" lang="ja-JP" altLang="en-US" sz="3200" dirty="0"/>
              <a:t>攻撃はせず妨害を行う</a:t>
            </a:r>
            <a:endParaRPr kumimoji="1" lang="en-US" altLang="ja-JP" sz="3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A77973-260B-4B4A-A835-25FD68945EAA}"/>
              </a:ext>
            </a:extLst>
          </p:cNvPr>
          <p:cNvSpPr txBox="1"/>
          <p:nvPr/>
        </p:nvSpPr>
        <p:spPr>
          <a:xfrm>
            <a:off x="1594022" y="1717589"/>
            <a:ext cx="20120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道をふさぐ</a:t>
            </a:r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 dirty="0"/>
              <a:t>減速させる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 dirty="0"/>
              <a:t>視界を遮る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3C4FDD-75F6-4F2E-896B-60443778DEF0}"/>
              </a:ext>
            </a:extLst>
          </p:cNvPr>
          <p:cNvSpPr txBox="1"/>
          <p:nvPr/>
        </p:nvSpPr>
        <p:spPr>
          <a:xfrm>
            <a:off x="1285103" y="3941805"/>
            <a:ext cx="9623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プレイヤー</a:t>
            </a:r>
            <a:r>
              <a:rPr kumimoji="1" lang="en-US" altLang="ja-JP" sz="3200" dirty="0"/>
              <a:t>…</a:t>
            </a:r>
            <a:r>
              <a:rPr kumimoji="1" lang="ja-JP" altLang="en-US" sz="3200" dirty="0"/>
              <a:t>ギミックやアイテムを使い敵を無力化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D27ABA-3101-4524-A7A1-82D2ADC0B222}"/>
              </a:ext>
            </a:extLst>
          </p:cNvPr>
          <p:cNvSpPr txBox="1"/>
          <p:nvPr/>
        </p:nvSpPr>
        <p:spPr>
          <a:xfrm>
            <a:off x="1729946" y="4707924"/>
            <a:ext cx="26276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スイッチを切る</a:t>
            </a:r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 dirty="0"/>
              <a:t>蓋をかぶせる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744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9311E0-4A00-4708-A5A9-4DE79A1943BD}"/>
              </a:ext>
            </a:extLst>
          </p:cNvPr>
          <p:cNvSpPr txBox="1"/>
          <p:nvPr/>
        </p:nvSpPr>
        <p:spPr>
          <a:xfrm>
            <a:off x="889686" y="963827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u="sng" dirty="0"/>
              <a:t>操作</a:t>
            </a:r>
            <a:r>
              <a:rPr kumimoji="1" lang="en-US" altLang="ja-JP" sz="3200" u="sng" dirty="0"/>
              <a:t>…</a:t>
            </a:r>
            <a:r>
              <a:rPr kumimoji="1" lang="ja-JP" altLang="en-US" sz="3200" u="sng" dirty="0"/>
              <a:t>遊びやすいようにシンプルに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58727A-ABCD-4AE1-A884-2B239A154C15}"/>
              </a:ext>
            </a:extLst>
          </p:cNvPr>
          <p:cNvSpPr txBox="1"/>
          <p:nvPr/>
        </p:nvSpPr>
        <p:spPr>
          <a:xfrm>
            <a:off x="1594022" y="2187145"/>
            <a:ext cx="35509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移動</a:t>
            </a:r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 dirty="0"/>
              <a:t>視点回転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アイテムを持つ、使う</a:t>
            </a:r>
          </a:p>
        </p:txBody>
      </p:sp>
    </p:spTree>
    <p:extLst>
      <p:ext uri="{BB962C8B-B14F-4D97-AF65-F5344CB8AC3E}">
        <p14:creationId xmlns:p14="http://schemas.microsoft.com/office/powerpoint/2010/main" val="1739049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92</Words>
  <Application>Microsoft Office PowerPoint</Application>
  <PresentationFormat>ワイド画面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黒沢　爽次</dc:creator>
  <cp:lastModifiedBy>黒沢　爽次</cp:lastModifiedBy>
  <cp:revision>3</cp:revision>
  <dcterms:created xsi:type="dcterms:W3CDTF">2026-05-28T03:29:19Z</dcterms:created>
  <dcterms:modified xsi:type="dcterms:W3CDTF">2026-05-28T03:43:18Z</dcterms:modified>
</cp:coreProperties>
</file>