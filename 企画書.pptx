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74" autoAdjust="0"/>
    <p:restoredTop sz="94660"/>
  </p:normalViewPr>
  <p:slideViewPr>
    <p:cSldViewPr snapToGrid="0">
      <p:cViewPr varScale="1">
        <p:scale>
          <a:sx n="78" d="100"/>
          <a:sy n="78" d="100"/>
        </p:scale>
        <p:origin x="114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0C035BAC-995D-4CFD-B6CF-8BC7828293FF}"/>
    <pc:docChg chg="modSld">
      <pc:chgData name="黒沢　爽次" userId="fae486ef-0c84-45a4-a237-2d2b758b0e89" providerId="ADAL" clId="{0C035BAC-995D-4CFD-B6CF-8BC7828293FF}" dt="2026-06-02T00:42:50.045" v="168" actId="20577"/>
      <pc:docMkLst>
        <pc:docMk/>
      </pc:docMkLst>
      <pc:sldChg chg="modSp mod">
        <pc:chgData name="黒沢　爽次" userId="fae486ef-0c84-45a4-a237-2d2b758b0e89" providerId="ADAL" clId="{0C035BAC-995D-4CFD-B6CF-8BC7828293FF}" dt="2026-06-02T00:42:50.045" v="168" actId="20577"/>
        <pc:sldMkLst>
          <pc:docMk/>
          <pc:sldMk cId="2848011945" sldId="257"/>
        </pc:sldMkLst>
        <pc:spChg chg="mod">
          <ac:chgData name="黒沢　爽次" userId="fae486ef-0c84-45a4-a237-2d2b758b0e89" providerId="ADAL" clId="{0C035BAC-995D-4CFD-B6CF-8BC7828293FF}" dt="2026-06-01T03:01:40.438" v="6" actId="255"/>
          <ac:spMkLst>
            <pc:docMk/>
            <pc:sldMk cId="2848011945" sldId="257"/>
            <ac:spMk id="4" creationId="{487D966B-013A-4819-BAB5-2729C1561034}"/>
          </ac:spMkLst>
        </pc:spChg>
        <pc:spChg chg="mod">
          <ac:chgData name="黒沢　爽次" userId="fae486ef-0c84-45a4-a237-2d2b758b0e89" providerId="ADAL" clId="{0C035BAC-995D-4CFD-B6CF-8BC7828293FF}" dt="2026-06-02T00:42:50.045" v="168" actId="20577"/>
          <ac:spMkLst>
            <pc:docMk/>
            <pc:sldMk cId="2848011945" sldId="257"/>
            <ac:spMk id="5" creationId="{ADCBECC7-ADB5-4635-B1D6-C5EC2A2B3AFB}"/>
          </ac:spMkLst>
        </pc:spChg>
      </pc:sldChg>
      <pc:sldChg chg="modSp mod">
        <pc:chgData name="黒沢　爽次" userId="fae486ef-0c84-45a4-a237-2d2b758b0e89" providerId="ADAL" clId="{0C035BAC-995D-4CFD-B6CF-8BC7828293FF}" dt="2026-06-01T03:02:16.285" v="13" actId="1076"/>
        <pc:sldMkLst>
          <pc:docMk/>
          <pc:sldMk cId="4156189418" sldId="258"/>
        </pc:sldMkLst>
        <pc:spChg chg="mod">
          <ac:chgData name="黒沢　爽次" userId="fae486ef-0c84-45a4-a237-2d2b758b0e89" providerId="ADAL" clId="{0C035BAC-995D-4CFD-B6CF-8BC7828293FF}" dt="2026-06-01T03:02:16.285" v="13" actId="1076"/>
          <ac:spMkLst>
            <pc:docMk/>
            <pc:sldMk cId="4156189418" sldId="258"/>
            <ac:spMk id="3" creationId="{118619B7-19AA-45A2-9B78-F6B50A1881C4}"/>
          </ac:spMkLst>
        </pc:spChg>
        <pc:spChg chg="mod">
          <ac:chgData name="黒沢　爽次" userId="fae486ef-0c84-45a4-a237-2d2b758b0e89" providerId="ADAL" clId="{0C035BAC-995D-4CFD-B6CF-8BC7828293FF}" dt="2026-06-01T03:02:06.343" v="10" actId="1076"/>
          <ac:spMkLst>
            <pc:docMk/>
            <pc:sldMk cId="4156189418" sldId="258"/>
            <ac:spMk id="4" creationId="{17FE17C3-F876-41EF-A708-88654E647DDB}"/>
          </ac:spMkLst>
        </pc:spChg>
        <pc:spChg chg="mod">
          <ac:chgData name="黒沢　爽次" userId="fae486ef-0c84-45a4-a237-2d2b758b0e89" providerId="ADAL" clId="{0C035BAC-995D-4CFD-B6CF-8BC7828293FF}" dt="2026-06-01T03:02:09.244" v="11" actId="1076"/>
          <ac:spMkLst>
            <pc:docMk/>
            <pc:sldMk cId="4156189418" sldId="258"/>
            <ac:spMk id="5" creationId="{9D3EAC84-B18D-4456-9B76-104023807AC0}"/>
          </ac:spMkLst>
        </pc:spChg>
        <pc:spChg chg="mod">
          <ac:chgData name="黒沢　爽次" userId="fae486ef-0c84-45a4-a237-2d2b758b0e89" providerId="ADAL" clId="{0C035BAC-995D-4CFD-B6CF-8BC7828293FF}" dt="2026-06-01T03:02:13.470" v="12" actId="1076"/>
          <ac:spMkLst>
            <pc:docMk/>
            <pc:sldMk cId="4156189418" sldId="258"/>
            <ac:spMk id="6" creationId="{9418049C-A96D-4881-935E-98083CD43F01}"/>
          </ac:spMkLst>
        </pc:spChg>
      </pc:sldChg>
      <pc:sldChg chg="modSp mod">
        <pc:chgData name="黒沢　爽次" userId="fae486ef-0c84-45a4-a237-2d2b758b0e89" providerId="ADAL" clId="{0C035BAC-995D-4CFD-B6CF-8BC7828293FF}" dt="2026-06-01T03:02:49.545" v="14" actId="1076"/>
        <pc:sldMkLst>
          <pc:docMk/>
          <pc:sldMk cId="1307443849" sldId="259"/>
        </pc:sldMkLst>
        <pc:spChg chg="mod">
          <ac:chgData name="黒沢　爽次" userId="fae486ef-0c84-45a4-a237-2d2b758b0e89" providerId="ADAL" clId="{0C035BAC-995D-4CFD-B6CF-8BC7828293FF}" dt="2026-06-01T03:02:49.545" v="14" actId="1076"/>
          <ac:spMkLst>
            <pc:docMk/>
            <pc:sldMk cId="1307443849" sldId="259"/>
            <ac:spMk id="4" creationId="{CF3C4FDD-75F6-4F2E-896B-60443778DEF0}"/>
          </ac:spMkLst>
        </pc:spChg>
        <pc:spChg chg="mod">
          <ac:chgData name="黒沢　爽次" userId="fae486ef-0c84-45a4-a237-2d2b758b0e89" providerId="ADAL" clId="{0C035BAC-995D-4CFD-B6CF-8BC7828293FF}" dt="2026-06-01T03:02:49.545" v="14" actId="1076"/>
          <ac:spMkLst>
            <pc:docMk/>
            <pc:sldMk cId="1307443849" sldId="259"/>
            <ac:spMk id="5" creationId="{2FD27ABA-3101-4524-A7A1-82D2ADC0B222}"/>
          </ac:spMkLst>
        </pc:spChg>
      </pc:sldChg>
      <pc:sldChg chg="addSp modSp mod">
        <pc:chgData name="黒沢　爽次" userId="fae486ef-0c84-45a4-a237-2d2b758b0e89" providerId="ADAL" clId="{0C035BAC-995D-4CFD-B6CF-8BC7828293FF}" dt="2026-06-01T03:10:55.689" v="164" actId="1076"/>
        <pc:sldMkLst>
          <pc:docMk/>
          <pc:sldMk cId="1739049540" sldId="260"/>
        </pc:sldMkLst>
        <pc:spChg chg="mod">
          <ac:chgData name="黒沢　爽次" userId="fae486ef-0c84-45a4-a237-2d2b758b0e89" providerId="ADAL" clId="{0C035BAC-995D-4CFD-B6CF-8BC7828293FF}" dt="2026-06-01T03:07:47.360" v="15" actId="1076"/>
          <ac:spMkLst>
            <pc:docMk/>
            <pc:sldMk cId="1739049540" sldId="260"/>
            <ac:spMk id="3" creationId="{7758727A-ABCD-4AE1-A884-2B239A154C15}"/>
          </ac:spMkLst>
        </pc:spChg>
        <pc:spChg chg="add mod">
          <ac:chgData name="黒沢　爽次" userId="fae486ef-0c84-45a4-a237-2d2b758b0e89" providerId="ADAL" clId="{0C035BAC-995D-4CFD-B6CF-8BC7828293FF}" dt="2026-06-01T03:10:55.689" v="164" actId="1076"/>
          <ac:spMkLst>
            <pc:docMk/>
            <pc:sldMk cId="1739049540" sldId="260"/>
            <ac:spMk id="4" creationId="{35F046AC-DD02-4AE7-81FE-74B099ECFFEC}"/>
          </ac:spMkLst>
        </pc:spChg>
        <pc:spChg chg="add mod">
          <ac:chgData name="黒沢　爽次" userId="fae486ef-0c84-45a4-a237-2d2b758b0e89" providerId="ADAL" clId="{0C035BAC-995D-4CFD-B6CF-8BC7828293FF}" dt="2026-06-01T03:10:55.689" v="164" actId="1076"/>
          <ac:spMkLst>
            <pc:docMk/>
            <pc:sldMk cId="1739049540" sldId="260"/>
            <ac:spMk id="5" creationId="{86781BE4-258B-48FC-A5B4-3E69D740E54A}"/>
          </ac:spMkLst>
        </pc:spChg>
        <pc:spChg chg="add mod">
          <ac:chgData name="黒沢　爽次" userId="fae486ef-0c84-45a4-a237-2d2b758b0e89" providerId="ADAL" clId="{0C035BAC-995D-4CFD-B6CF-8BC7828293FF}" dt="2026-06-01T03:10:46.173" v="161" actId="1076"/>
          <ac:spMkLst>
            <pc:docMk/>
            <pc:sldMk cId="1739049540" sldId="260"/>
            <ac:spMk id="6" creationId="{1B2088B2-9353-4CE1-95C2-828CFDAA583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C37DE6-AB6F-4DA0-B8C5-577657208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D4525C4-5D4E-4502-9E16-3830A4619E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871781E-B8F4-41DB-9427-C7EFBEE6F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576A45-75C7-492B-AEA6-1C7ECAAE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D18FAD-CB2A-484A-A0D1-4617DC32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4907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6812F0-968A-4D50-97CB-ABECD37F6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45381F-D24E-42DD-AF45-C7236A62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3342B-D77B-4511-9793-BBEC7D1F2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1B4F60-DD03-4BBC-BFEF-787F498DD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5B228E-92F1-4BC9-A862-055982703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6406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380A5F-6892-4C01-AC06-ACE66ED9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F5AABA-B1DA-412F-90FA-B7C0D1F82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AD53F1-B14F-487D-B9E7-9F633CDA8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1C17D2-9B35-42D9-B3A9-AFF1BE8A7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76EAC5-3034-4CE7-B176-BF5C3214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2174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5C1302-F550-4517-97B1-A0E4C1053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FA2E33-4888-45A3-8967-A53F9F2E9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571D3D-6F19-4476-AB06-35710748C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7CB641-C523-492D-A7BE-0751364F5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3CC89D8-FA23-46E5-B795-5536165D5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883A1-4AD9-4A81-B194-D0E87B55F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56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A3D81A-44D7-4E2F-8DEC-FFA84D0B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673376-8118-41BC-9DB8-0ECD8AB10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388FB0-ABFA-4442-9771-69D3C6A6F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7BE4232-55C9-4D91-93F3-5C535883F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569C675-DD9C-47C8-93E4-81FE24B6AA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AEA334A-828B-499F-99E1-CFD170CD6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AA23066-0082-42F7-9136-EDB4B030A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21E45D6-F1A3-41A1-B15C-F494A7C07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12149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A9BCBB-8DBD-4209-AF0B-DF25FBD07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BB2062F-3C75-4893-ABD8-6E99719DA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8F18B47-2BD9-44D8-B796-7B8F2334E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A08050E-AE79-406B-97D7-3C57D0B21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902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AAE66A6-A995-4957-B2D5-4D4E7382E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5821AA-DD19-4E99-8F4B-D9516C71D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1B279F-61EF-49A2-B392-8B0F633C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252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A5CF7D-1B8D-4783-B197-567798C0B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627560-487E-4AA5-82ED-DC8196402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9DE7455-4E97-4136-86BE-BBCB27C63E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984EF9-AC59-408A-9EEB-A46A89F3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18C25E-9525-4743-BB03-A878C4D47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6FBB37-E1D8-4F29-A570-13A98683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207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93E2BB-1F92-4E37-8964-3A1C3E27D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C1B3F88-F64E-4037-9B47-959AD8D25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E1236FE-D13D-472A-8D43-8B79C82BE3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22A73E-9A37-4309-B8FB-BB44F6C7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9111B3B-A6EC-4E2E-B1C1-8601A4AFB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1AB42E-54BF-4A71-A1D3-0615212F5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244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D507C-AD59-47A9-94B5-FB391B892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906190F-692F-401E-8B2C-AB50A173AB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147EF0-CE17-4002-B190-680000A28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E333DE-6679-40F0-89AA-B5F7660F4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4572D-C0CA-4012-99BD-80836E07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4878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6118E60-C81C-4DC0-BC63-E64982E7FF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0B43A0-0286-49B4-A428-E96DC6981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55682E-10FE-4C6E-B2C3-F1CA7A56A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44A6B-9576-4C0A-8083-4D008ECD9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780268-5876-4C0D-AA19-9A59FD22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1826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F4253CE-DFF7-4206-81F7-47B8E782B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62A1C3-C154-41C6-8A5C-D6FBF77D7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13804F-C83D-4276-A5A2-2E1B6862B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390CA5-D828-4F12-AC34-EB78105EA81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B9EFEF-AAEC-4675-B929-5CE88053EB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4183F7-D589-4DA7-B032-EAF9A677A4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7864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FC34C5-9B54-45DF-8335-C93845324F60}"/>
              </a:ext>
            </a:extLst>
          </p:cNvPr>
          <p:cNvSpPr txBox="1"/>
          <p:nvPr/>
        </p:nvSpPr>
        <p:spPr>
          <a:xfrm>
            <a:off x="4473146" y="248370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タイトル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24237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87D966B-013A-4819-BAB5-2729C1561034}"/>
              </a:ext>
            </a:extLst>
          </p:cNvPr>
          <p:cNvSpPr txBox="1"/>
          <p:nvPr/>
        </p:nvSpPr>
        <p:spPr>
          <a:xfrm>
            <a:off x="1136821" y="976184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u="sng" dirty="0"/>
              <a:t>コンセプト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CBECC7-ADB5-4635-B1D6-C5EC2A2B3AFB}"/>
              </a:ext>
            </a:extLst>
          </p:cNvPr>
          <p:cNvSpPr txBox="1"/>
          <p:nvPr/>
        </p:nvSpPr>
        <p:spPr>
          <a:xfrm>
            <a:off x="2105164" y="3136612"/>
            <a:ext cx="85154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攻撃をしない・されない</a:t>
            </a:r>
            <a:r>
              <a:rPr kumimoji="1" lang="en-US" altLang="ja-JP" sz="3200" dirty="0"/>
              <a:t>3D</a:t>
            </a:r>
            <a:r>
              <a:rPr kumimoji="1" lang="ja-JP" altLang="en-US" sz="3200" dirty="0"/>
              <a:t>アクションゲーム</a:t>
            </a:r>
          </a:p>
        </p:txBody>
      </p:sp>
    </p:spTree>
    <p:extLst>
      <p:ext uri="{BB962C8B-B14F-4D97-AF65-F5344CB8AC3E}">
        <p14:creationId xmlns:p14="http://schemas.microsoft.com/office/powerpoint/2010/main" val="2848011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46BFF0-4BB9-40DC-90DB-54DF34FA6A5B}"/>
              </a:ext>
            </a:extLst>
          </p:cNvPr>
          <p:cNvSpPr txBox="1"/>
          <p:nvPr/>
        </p:nvSpPr>
        <p:spPr>
          <a:xfrm>
            <a:off x="1235676" y="1709908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すぐやられてしまう、一方的にやられてしまう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8619B7-19AA-45A2-9B78-F6B50A1881C4}"/>
              </a:ext>
            </a:extLst>
          </p:cNvPr>
          <p:cNvSpPr txBox="1"/>
          <p:nvPr/>
        </p:nvSpPr>
        <p:spPr>
          <a:xfrm>
            <a:off x="1235676" y="2575506"/>
            <a:ext cx="4015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あきらめてやめてしまう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FE17C3-F876-41EF-A708-88654E647DDB}"/>
              </a:ext>
            </a:extLst>
          </p:cNvPr>
          <p:cNvSpPr txBox="1"/>
          <p:nvPr/>
        </p:nvSpPr>
        <p:spPr>
          <a:xfrm>
            <a:off x="1223339" y="3718105"/>
            <a:ext cx="47861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攻撃されない→やられてしまうことがない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3EAC84-B18D-4456-9B76-104023807AC0}"/>
              </a:ext>
            </a:extLst>
          </p:cNvPr>
          <p:cNvSpPr txBox="1"/>
          <p:nvPr/>
        </p:nvSpPr>
        <p:spPr>
          <a:xfrm>
            <a:off x="6652054" y="3902770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制限時間内は動くことができる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18049C-A96D-4881-935E-98083CD43F01}"/>
              </a:ext>
            </a:extLst>
          </p:cNvPr>
          <p:cNvSpPr txBox="1"/>
          <p:nvPr/>
        </p:nvSpPr>
        <p:spPr>
          <a:xfrm>
            <a:off x="3616431" y="5311977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あきらめてやめてしまうことが起きづらい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E9E5578-548C-4206-BED9-406304255664}"/>
              </a:ext>
            </a:extLst>
          </p:cNvPr>
          <p:cNvSpPr txBox="1"/>
          <p:nvPr/>
        </p:nvSpPr>
        <p:spPr>
          <a:xfrm>
            <a:off x="902044" y="766119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u="sng" dirty="0"/>
              <a:t>なぜ攻撃がないのか</a:t>
            </a:r>
          </a:p>
        </p:txBody>
      </p:sp>
    </p:spTree>
    <p:extLst>
      <p:ext uri="{BB962C8B-B14F-4D97-AF65-F5344CB8AC3E}">
        <p14:creationId xmlns:p14="http://schemas.microsoft.com/office/powerpoint/2010/main" val="4156189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16CA645-ABFC-4C80-9B93-D9055FF2DF05}"/>
              </a:ext>
            </a:extLst>
          </p:cNvPr>
          <p:cNvSpPr txBox="1"/>
          <p:nvPr/>
        </p:nvSpPr>
        <p:spPr>
          <a:xfrm>
            <a:off x="1022359" y="1025611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敵</a:t>
            </a:r>
            <a:r>
              <a:rPr kumimoji="1" lang="en-US" altLang="ja-JP" sz="3200" dirty="0"/>
              <a:t>…</a:t>
            </a:r>
            <a:r>
              <a:rPr kumimoji="1" lang="ja-JP" altLang="en-US" sz="3200" dirty="0"/>
              <a:t>攻撃はせず妨害を行う</a:t>
            </a:r>
            <a:endParaRPr kumimoji="1" lang="en-US" altLang="ja-JP" sz="32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2A77973-260B-4B4A-A835-25FD68945EAA}"/>
              </a:ext>
            </a:extLst>
          </p:cNvPr>
          <p:cNvSpPr txBox="1"/>
          <p:nvPr/>
        </p:nvSpPr>
        <p:spPr>
          <a:xfrm>
            <a:off x="1594022" y="1717589"/>
            <a:ext cx="20120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道をふさぐ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減速させる</a:t>
            </a:r>
            <a:endParaRPr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視界を遮る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3C4FDD-75F6-4F2E-896B-60443778DEF0}"/>
              </a:ext>
            </a:extLst>
          </p:cNvPr>
          <p:cNvSpPr txBox="1"/>
          <p:nvPr/>
        </p:nvSpPr>
        <p:spPr>
          <a:xfrm>
            <a:off x="1022359" y="3940083"/>
            <a:ext cx="9623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プレイヤー</a:t>
            </a:r>
            <a:r>
              <a:rPr kumimoji="1" lang="en-US" altLang="ja-JP" sz="3200" dirty="0"/>
              <a:t>…</a:t>
            </a:r>
            <a:r>
              <a:rPr kumimoji="1" lang="ja-JP" altLang="en-US" sz="3200" dirty="0"/>
              <a:t>ギミックやアイテムを使い敵を無力化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FD27ABA-3101-4524-A7A1-82D2ADC0B222}"/>
              </a:ext>
            </a:extLst>
          </p:cNvPr>
          <p:cNvSpPr txBox="1"/>
          <p:nvPr/>
        </p:nvSpPr>
        <p:spPr>
          <a:xfrm>
            <a:off x="1467202" y="4706202"/>
            <a:ext cx="26276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スイッチを切る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蓋をかぶせる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307443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09311E0-4A00-4708-A5A9-4DE79A1943BD}"/>
              </a:ext>
            </a:extLst>
          </p:cNvPr>
          <p:cNvSpPr txBox="1"/>
          <p:nvPr/>
        </p:nvSpPr>
        <p:spPr>
          <a:xfrm>
            <a:off x="889686" y="963827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u="sng" dirty="0"/>
              <a:t>操作</a:t>
            </a:r>
            <a:r>
              <a:rPr kumimoji="1" lang="en-US" altLang="ja-JP" sz="3200" u="sng" dirty="0"/>
              <a:t>…</a:t>
            </a:r>
            <a:r>
              <a:rPr kumimoji="1" lang="ja-JP" altLang="en-US" sz="3200" u="sng" dirty="0"/>
              <a:t>遊びやすいようにシンプルに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758727A-ABCD-4AE1-A884-2B239A154C15}"/>
              </a:ext>
            </a:extLst>
          </p:cNvPr>
          <p:cNvSpPr txBox="1"/>
          <p:nvPr/>
        </p:nvSpPr>
        <p:spPr>
          <a:xfrm>
            <a:off x="1569308" y="1890583"/>
            <a:ext cx="35509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移動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視点回転</a:t>
            </a:r>
            <a:endParaRPr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アイテムを持つ、使う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5F046AC-DD02-4AE7-81FE-74B099ECFFEC}"/>
              </a:ext>
            </a:extLst>
          </p:cNvPr>
          <p:cNvSpPr txBox="1"/>
          <p:nvPr/>
        </p:nvSpPr>
        <p:spPr>
          <a:xfrm>
            <a:off x="1569308" y="4705806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１ステージにつき数分間の制限時間</a:t>
            </a:r>
            <a:endParaRPr kumimoji="1" lang="ja-JP" altLang="en-US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781BE4-258B-48FC-A5B4-3E69D740E54A}"/>
              </a:ext>
            </a:extLst>
          </p:cNvPr>
          <p:cNvSpPr txBox="1"/>
          <p:nvPr/>
        </p:nvSpPr>
        <p:spPr>
          <a:xfrm>
            <a:off x="1569308" y="5432508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ステージクリアで新ステージアンロック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B2088B2-9353-4CE1-95C2-828CFDAA5837}"/>
              </a:ext>
            </a:extLst>
          </p:cNvPr>
          <p:cNvSpPr txBox="1"/>
          <p:nvPr/>
        </p:nvSpPr>
        <p:spPr>
          <a:xfrm>
            <a:off x="889686" y="3841229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u="sng" dirty="0"/>
              <a:t>仕様</a:t>
            </a:r>
          </a:p>
        </p:txBody>
      </p:sp>
    </p:spTree>
    <p:extLst>
      <p:ext uri="{BB962C8B-B14F-4D97-AF65-F5344CB8AC3E}">
        <p14:creationId xmlns:p14="http://schemas.microsoft.com/office/powerpoint/2010/main" val="1739049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105</Words>
  <Application>Microsoft Office PowerPoint</Application>
  <PresentationFormat>ワイド画面</PresentationFormat>
  <Paragraphs>23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4</cp:revision>
  <dcterms:created xsi:type="dcterms:W3CDTF">2026-05-28T03:29:19Z</dcterms:created>
  <dcterms:modified xsi:type="dcterms:W3CDTF">2026-06-02T00:43:07Z</dcterms:modified>
</cp:coreProperties>
</file>