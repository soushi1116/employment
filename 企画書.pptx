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58" r:id="rId4"/>
    <p:sldId id="259" r:id="rId5"/>
    <p:sldId id="261"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74" autoAdjust="0"/>
    <p:restoredTop sz="94660"/>
  </p:normalViewPr>
  <p:slideViewPr>
    <p:cSldViewPr snapToGrid="0">
      <p:cViewPr varScale="1">
        <p:scale>
          <a:sx n="78" d="100"/>
          <a:sy n="78" d="100"/>
        </p:scale>
        <p:origin x="114" y="4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黒沢　爽次" userId="fae486ef-0c84-45a4-a237-2d2b758b0e89" providerId="ADAL" clId="{0C035BAC-995D-4CFD-B6CF-8BC7828293FF}"/>
    <pc:docChg chg="undo custSel addSld delSld modSld">
      <pc:chgData name="黒沢　爽次" userId="fae486ef-0c84-45a4-a237-2d2b758b0e89" providerId="ADAL" clId="{0C035BAC-995D-4CFD-B6CF-8BC7828293FF}" dt="2026-06-02T02:47:09.406" v="2588" actId="1076"/>
      <pc:docMkLst>
        <pc:docMk/>
      </pc:docMkLst>
      <pc:sldChg chg="new del">
        <pc:chgData name="黒沢　爽次" userId="fae486ef-0c84-45a4-a237-2d2b758b0e89" providerId="ADAL" clId="{0C035BAC-995D-4CFD-B6CF-8BC7828293FF}" dt="2026-06-02T01:00:09.146" v="279" actId="2696"/>
        <pc:sldMkLst>
          <pc:docMk/>
          <pc:sldMk cId="144757072" sldId="256"/>
        </pc:sldMkLst>
      </pc:sldChg>
      <pc:sldChg chg="addSp delSp modSp new mod">
        <pc:chgData name="黒沢　爽次" userId="fae486ef-0c84-45a4-a237-2d2b758b0e89" providerId="ADAL" clId="{0C035BAC-995D-4CFD-B6CF-8BC7828293FF}" dt="2026-06-02T02:21:29.614" v="2005" actId="21"/>
        <pc:sldMkLst>
          <pc:docMk/>
          <pc:sldMk cId="2394309603" sldId="256"/>
        </pc:sldMkLst>
        <pc:spChg chg="add mod">
          <ac:chgData name="黒沢　爽次" userId="fae486ef-0c84-45a4-a237-2d2b758b0e89" providerId="ADAL" clId="{0C035BAC-995D-4CFD-B6CF-8BC7828293FF}" dt="2026-06-02T01:54:29.768" v="1290" actId="20577"/>
          <ac:spMkLst>
            <pc:docMk/>
            <pc:sldMk cId="2394309603" sldId="256"/>
            <ac:spMk id="2" creationId="{813B2122-4236-47F3-8B86-2049F75D9514}"/>
          </ac:spMkLst>
        </pc:spChg>
        <pc:spChg chg="add del mod">
          <ac:chgData name="黒沢　爽次" userId="fae486ef-0c84-45a4-a237-2d2b758b0e89" providerId="ADAL" clId="{0C035BAC-995D-4CFD-B6CF-8BC7828293FF}" dt="2026-06-02T02:21:29.614" v="2005" actId="21"/>
          <ac:spMkLst>
            <pc:docMk/>
            <pc:sldMk cId="2394309603" sldId="256"/>
            <ac:spMk id="3" creationId="{601EA969-D9C4-4BE4-9257-2AFAE88BA8FC}"/>
          </ac:spMkLst>
        </pc:spChg>
      </pc:sldChg>
      <pc:sldChg chg="del">
        <pc:chgData name="黒沢　爽次" userId="fae486ef-0c84-45a4-a237-2d2b758b0e89" providerId="ADAL" clId="{0C035BAC-995D-4CFD-B6CF-8BC7828293FF}" dt="2026-06-02T01:00:03.783" v="277" actId="2696"/>
        <pc:sldMkLst>
          <pc:docMk/>
          <pc:sldMk cId="4124237014" sldId="256"/>
        </pc:sldMkLst>
      </pc:sldChg>
      <pc:sldChg chg="addSp modSp new del mod">
        <pc:chgData name="黒沢　爽次" userId="fae486ef-0c84-45a4-a237-2d2b758b0e89" providerId="ADAL" clId="{0C035BAC-995D-4CFD-B6CF-8BC7828293FF}" dt="2026-06-02T01:53:58.264" v="1263" actId="2696"/>
        <pc:sldMkLst>
          <pc:docMk/>
          <pc:sldMk cId="885284438" sldId="257"/>
        </pc:sldMkLst>
        <pc:spChg chg="add mod">
          <ac:chgData name="黒沢　爽次" userId="fae486ef-0c84-45a4-a237-2d2b758b0e89" providerId="ADAL" clId="{0C035BAC-995D-4CFD-B6CF-8BC7828293FF}" dt="2026-06-02T01:36:26.593" v="949" actId="1076"/>
          <ac:spMkLst>
            <pc:docMk/>
            <pc:sldMk cId="885284438" sldId="257"/>
            <ac:spMk id="2" creationId="{CF5E4B47-424B-4941-8615-BC68D15DD90E}"/>
          </ac:spMkLst>
        </pc:spChg>
        <pc:spChg chg="add mod">
          <ac:chgData name="黒沢　爽次" userId="fae486ef-0c84-45a4-a237-2d2b758b0e89" providerId="ADAL" clId="{0C035BAC-995D-4CFD-B6CF-8BC7828293FF}" dt="2026-06-02T01:36:26.593" v="949" actId="1076"/>
          <ac:spMkLst>
            <pc:docMk/>
            <pc:sldMk cId="885284438" sldId="257"/>
            <ac:spMk id="3" creationId="{2DCE0C8D-C3D1-4788-B95B-724D5E688D4E}"/>
          </ac:spMkLst>
        </pc:spChg>
        <pc:spChg chg="add mod">
          <ac:chgData name="黒沢　爽次" userId="fae486ef-0c84-45a4-a237-2d2b758b0e89" providerId="ADAL" clId="{0C035BAC-995D-4CFD-B6CF-8BC7828293FF}" dt="2026-06-02T01:39:51.071" v="975" actId="14100"/>
          <ac:spMkLst>
            <pc:docMk/>
            <pc:sldMk cId="885284438" sldId="257"/>
            <ac:spMk id="4" creationId="{DDA4BB7F-39F4-4877-AFC9-579243D1BCE5}"/>
          </ac:spMkLst>
        </pc:spChg>
        <pc:picChg chg="add mod">
          <ac:chgData name="黒沢　爽次" userId="fae486ef-0c84-45a4-a237-2d2b758b0e89" providerId="ADAL" clId="{0C035BAC-995D-4CFD-B6CF-8BC7828293FF}" dt="2026-06-02T01:37:04.780" v="955" actId="1076"/>
          <ac:picMkLst>
            <pc:docMk/>
            <pc:sldMk cId="885284438" sldId="257"/>
            <ac:picMk id="5" creationId="{56ADEC43-8ECC-4673-A415-94C9F107EEA2}"/>
          </ac:picMkLst>
        </pc:picChg>
        <pc:picChg chg="add mod">
          <ac:chgData name="黒沢　爽次" userId="fae486ef-0c84-45a4-a237-2d2b758b0e89" providerId="ADAL" clId="{0C035BAC-995D-4CFD-B6CF-8BC7828293FF}" dt="2026-06-02T01:38:42.766" v="962" actId="1076"/>
          <ac:picMkLst>
            <pc:docMk/>
            <pc:sldMk cId="885284438" sldId="257"/>
            <ac:picMk id="6" creationId="{61637EC6-99D4-4966-B583-D9F4706FF050}"/>
          </ac:picMkLst>
        </pc:picChg>
        <pc:picChg chg="add mod">
          <ac:chgData name="黒沢　爽次" userId="fae486ef-0c84-45a4-a237-2d2b758b0e89" providerId="ADAL" clId="{0C035BAC-995D-4CFD-B6CF-8BC7828293FF}" dt="2026-06-02T01:37:06.277" v="956" actId="1076"/>
          <ac:picMkLst>
            <pc:docMk/>
            <pc:sldMk cId="885284438" sldId="257"/>
            <ac:picMk id="1026" creationId="{FC023D62-CB01-4D64-9396-097C899CAEB8}"/>
          </ac:picMkLst>
        </pc:picChg>
        <pc:picChg chg="add mod">
          <ac:chgData name="黒沢　爽次" userId="fae486ef-0c84-45a4-a237-2d2b758b0e89" providerId="ADAL" clId="{0C035BAC-995D-4CFD-B6CF-8BC7828293FF}" dt="2026-06-02T01:39:30.954" v="972" actId="1076"/>
          <ac:picMkLst>
            <pc:docMk/>
            <pc:sldMk cId="885284438" sldId="257"/>
            <ac:picMk id="1028" creationId="{18A692DF-872D-4A30-9F0F-454750943D13}"/>
          </ac:picMkLst>
        </pc:picChg>
        <pc:picChg chg="add mod">
          <ac:chgData name="黒沢　爽次" userId="fae486ef-0c84-45a4-a237-2d2b758b0e89" providerId="ADAL" clId="{0C035BAC-995D-4CFD-B6CF-8BC7828293FF}" dt="2026-06-02T01:39:07.781" v="964" actId="1076"/>
          <ac:picMkLst>
            <pc:docMk/>
            <pc:sldMk cId="885284438" sldId="257"/>
            <ac:picMk id="1030" creationId="{E2027077-4CC0-4118-BCD0-47C50DEBA895}"/>
          </ac:picMkLst>
        </pc:picChg>
      </pc:sldChg>
      <pc:sldChg chg="addSp modSp del mod">
        <pc:chgData name="黒沢　爽次" userId="fae486ef-0c84-45a4-a237-2d2b758b0e89" providerId="ADAL" clId="{0C035BAC-995D-4CFD-B6CF-8BC7828293FF}" dt="2026-06-02T01:00:03.783" v="277" actId="2696"/>
        <pc:sldMkLst>
          <pc:docMk/>
          <pc:sldMk cId="2848011945" sldId="257"/>
        </pc:sldMkLst>
        <pc:spChg chg="add mod">
          <ac:chgData name="黒沢　爽次" userId="fae486ef-0c84-45a4-a237-2d2b758b0e89" providerId="ADAL" clId="{0C035BAC-995D-4CFD-B6CF-8BC7828293FF}" dt="2026-06-02T00:44:33.740" v="185" actId="1076"/>
          <ac:spMkLst>
            <pc:docMk/>
            <pc:sldMk cId="2848011945" sldId="257"/>
            <ac:spMk id="2" creationId="{8B2395D4-5758-423F-AE99-E8E9803FB495}"/>
          </ac:spMkLst>
        </pc:spChg>
        <pc:spChg chg="add mod">
          <ac:chgData name="黒沢　爽次" userId="fae486ef-0c84-45a4-a237-2d2b758b0e89" providerId="ADAL" clId="{0C035BAC-995D-4CFD-B6CF-8BC7828293FF}" dt="2026-06-02T00:49:57.257" v="276" actId="255"/>
          <ac:spMkLst>
            <pc:docMk/>
            <pc:sldMk cId="2848011945" sldId="257"/>
            <ac:spMk id="3" creationId="{AB70AD91-C2CA-474F-92F7-927D2636F347}"/>
          </ac:spMkLst>
        </pc:spChg>
        <pc:spChg chg="mod">
          <ac:chgData name="黒沢　爽次" userId="fae486ef-0c84-45a4-a237-2d2b758b0e89" providerId="ADAL" clId="{0C035BAC-995D-4CFD-B6CF-8BC7828293FF}" dt="2026-06-02T00:44:05.774" v="169" actId="1076"/>
          <ac:spMkLst>
            <pc:docMk/>
            <pc:sldMk cId="2848011945" sldId="257"/>
            <ac:spMk id="4" creationId="{487D966B-013A-4819-BAB5-2729C1561034}"/>
          </ac:spMkLst>
        </pc:spChg>
        <pc:spChg chg="mod">
          <ac:chgData name="黒沢　爽次" userId="fae486ef-0c84-45a4-a237-2d2b758b0e89" providerId="ADAL" clId="{0C035BAC-995D-4CFD-B6CF-8BC7828293FF}" dt="2026-06-02T00:44:08.899" v="170" actId="1076"/>
          <ac:spMkLst>
            <pc:docMk/>
            <pc:sldMk cId="2848011945" sldId="257"/>
            <ac:spMk id="5" creationId="{ADCBECC7-ADB5-4635-B1D6-C5EC2A2B3AFB}"/>
          </ac:spMkLst>
        </pc:spChg>
      </pc:sldChg>
      <pc:sldChg chg="addSp delSp modSp new del mod">
        <pc:chgData name="黒沢　爽次" userId="fae486ef-0c84-45a4-a237-2d2b758b0e89" providerId="ADAL" clId="{0C035BAC-995D-4CFD-B6CF-8BC7828293FF}" dt="2026-06-02T02:13:04.947" v="1602" actId="2696"/>
        <pc:sldMkLst>
          <pc:docMk/>
          <pc:sldMk cId="2945370834" sldId="257"/>
        </pc:sldMkLst>
        <pc:spChg chg="add del mod">
          <ac:chgData name="黒沢　爽次" userId="fae486ef-0c84-45a4-a237-2d2b758b0e89" providerId="ADAL" clId="{0C035BAC-995D-4CFD-B6CF-8BC7828293FF}" dt="2026-06-02T02:13:00.652" v="1600" actId="21"/>
          <ac:spMkLst>
            <pc:docMk/>
            <pc:sldMk cId="2945370834" sldId="257"/>
            <ac:spMk id="2" creationId="{2B74F7FD-43E3-4A37-9F8A-5E7B0B51F94D}"/>
          </ac:spMkLst>
        </pc:spChg>
      </pc:sldChg>
      <pc:sldChg chg="addSp modSp new del mod">
        <pc:chgData name="黒沢　爽次" userId="fae486ef-0c84-45a4-a237-2d2b758b0e89" providerId="ADAL" clId="{0C035BAC-995D-4CFD-B6CF-8BC7828293FF}" dt="2026-06-02T01:53:58.264" v="1263" actId="2696"/>
        <pc:sldMkLst>
          <pc:docMk/>
          <pc:sldMk cId="1212089665" sldId="258"/>
        </pc:sldMkLst>
        <pc:spChg chg="add mod">
          <ac:chgData name="黒沢　爽次" userId="fae486ef-0c84-45a4-a237-2d2b758b0e89" providerId="ADAL" clId="{0C035BAC-995D-4CFD-B6CF-8BC7828293FF}" dt="2026-06-02T01:26:58.745" v="459" actId="1076"/>
          <ac:spMkLst>
            <pc:docMk/>
            <pc:sldMk cId="1212089665" sldId="258"/>
            <ac:spMk id="2" creationId="{116673F6-2F21-4CC1-A97C-EB356FB4F865}"/>
          </ac:spMkLst>
        </pc:spChg>
        <pc:spChg chg="add mod">
          <ac:chgData name="黒沢　爽次" userId="fae486ef-0c84-45a4-a237-2d2b758b0e89" providerId="ADAL" clId="{0C035BAC-995D-4CFD-B6CF-8BC7828293FF}" dt="2026-06-02T01:28:14.097" v="592" actId="20577"/>
          <ac:spMkLst>
            <pc:docMk/>
            <pc:sldMk cId="1212089665" sldId="258"/>
            <ac:spMk id="3" creationId="{AC8BC048-166B-4CAA-9110-1A974E807995}"/>
          </ac:spMkLst>
        </pc:spChg>
        <pc:spChg chg="add mod">
          <ac:chgData name="黒沢　爽次" userId="fae486ef-0c84-45a4-a237-2d2b758b0e89" providerId="ADAL" clId="{0C035BAC-995D-4CFD-B6CF-8BC7828293FF}" dt="2026-06-02T01:34:08.468" v="752" actId="1076"/>
          <ac:spMkLst>
            <pc:docMk/>
            <pc:sldMk cId="1212089665" sldId="258"/>
            <ac:spMk id="4" creationId="{7DCB3415-76EA-4B11-8FE4-266ADF8FC8A8}"/>
          </ac:spMkLst>
        </pc:spChg>
        <pc:spChg chg="add mod">
          <ac:chgData name="黒沢　爽次" userId="fae486ef-0c84-45a4-a237-2d2b758b0e89" providerId="ADAL" clId="{0C035BAC-995D-4CFD-B6CF-8BC7828293FF}" dt="2026-06-02T01:34:56.837" v="804" actId="20577"/>
          <ac:spMkLst>
            <pc:docMk/>
            <pc:sldMk cId="1212089665" sldId="258"/>
            <ac:spMk id="5" creationId="{B5A52EAD-BFB5-4DA9-83FD-42C7C00FA6C1}"/>
          </ac:spMkLst>
        </pc:spChg>
      </pc:sldChg>
      <pc:sldChg chg="addSp delSp modSp new mod">
        <pc:chgData name="黒沢　爽次" userId="fae486ef-0c84-45a4-a237-2d2b758b0e89" providerId="ADAL" clId="{0C035BAC-995D-4CFD-B6CF-8BC7828293FF}" dt="2026-06-02T02:47:09.406" v="2588" actId="1076"/>
        <pc:sldMkLst>
          <pc:docMk/>
          <pc:sldMk cId="3418802241" sldId="258"/>
        </pc:sldMkLst>
        <pc:spChg chg="add mod">
          <ac:chgData name="黒沢　爽次" userId="fae486ef-0c84-45a4-a237-2d2b758b0e89" providerId="ADAL" clId="{0C035BAC-995D-4CFD-B6CF-8BC7828293FF}" dt="2026-06-02T02:41:31.915" v="2512" actId="115"/>
          <ac:spMkLst>
            <pc:docMk/>
            <pc:sldMk cId="3418802241" sldId="258"/>
            <ac:spMk id="2" creationId="{EEF8DA05-1DAE-4BE4-9BC0-93FC6B7F6F82}"/>
          </ac:spMkLst>
        </pc:spChg>
        <pc:spChg chg="add mod">
          <ac:chgData name="黒沢　爽次" userId="fae486ef-0c84-45a4-a237-2d2b758b0e89" providerId="ADAL" clId="{0C035BAC-995D-4CFD-B6CF-8BC7828293FF}" dt="2026-06-02T02:46:44.858" v="2585" actId="20577"/>
          <ac:spMkLst>
            <pc:docMk/>
            <pc:sldMk cId="3418802241" sldId="258"/>
            <ac:spMk id="3" creationId="{636ADBFB-B7A4-4394-B8B3-A3056217C5A8}"/>
          </ac:spMkLst>
        </pc:spChg>
        <pc:spChg chg="add del mod">
          <ac:chgData name="黒沢　爽次" userId="fae486ef-0c84-45a4-a237-2d2b758b0e89" providerId="ADAL" clId="{0C035BAC-995D-4CFD-B6CF-8BC7828293FF}" dt="2026-06-02T02:12:56.169" v="1599"/>
          <ac:spMkLst>
            <pc:docMk/>
            <pc:sldMk cId="3418802241" sldId="258"/>
            <ac:spMk id="4" creationId="{151409FB-41B9-4CDB-9EFC-B5F1C5A58DAD}"/>
          </ac:spMkLst>
        </pc:spChg>
        <pc:spChg chg="add mod">
          <ac:chgData name="黒沢　爽次" userId="fae486ef-0c84-45a4-a237-2d2b758b0e89" providerId="ADAL" clId="{0C035BAC-995D-4CFD-B6CF-8BC7828293FF}" dt="2026-06-02T02:47:09.406" v="2588" actId="1076"/>
          <ac:spMkLst>
            <pc:docMk/>
            <pc:sldMk cId="3418802241" sldId="258"/>
            <ac:spMk id="5" creationId="{2A63ABE8-D58F-4115-A464-C337E1F9C957}"/>
          </ac:spMkLst>
        </pc:spChg>
        <pc:spChg chg="add mod">
          <ac:chgData name="黒沢　爽次" userId="fae486ef-0c84-45a4-a237-2d2b758b0e89" providerId="ADAL" clId="{0C035BAC-995D-4CFD-B6CF-8BC7828293FF}" dt="2026-06-02T02:47:06.135" v="2587" actId="1076"/>
          <ac:spMkLst>
            <pc:docMk/>
            <pc:sldMk cId="3418802241" sldId="258"/>
            <ac:spMk id="6" creationId="{6E1C6284-0B4B-480D-8A52-B387E06AE6A6}"/>
          </ac:spMkLst>
        </pc:spChg>
      </pc:sldChg>
      <pc:sldChg chg="modSp del mod">
        <pc:chgData name="黒沢　爽次" userId="fae486ef-0c84-45a4-a237-2d2b758b0e89" providerId="ADAL" clId="{0C035BAC-995D-4CFD-B6CF-8BC7828293FF}" dt="2026-06-02T01:00:03.783" v="277" actId="2696"/>
        <pc:sldMkLst>
          <pc:docMk/>
          <pc:sldMk cId="4156189418" sldId="258"/>
        </pc:sldMkLst>
        <pc:spChg chg="mod">
          <ac:chgData name="黒沢　爽次" userId="fae486ef-0c84-45a4-a237-2d2b758b0e89" providerId="ADAL" clId="{0C035BAC-995D-4CFD-B6CF-8BC7828293FF}" dt="2026-06-01T03:02:16.285" v="13" actId="1076"/>
          <ac:spMkLst>
            <pc:docMk/>
            <pc:sldMk cId="4156189418" sldId="258"/>
            <ac:spMk id="3" creationId="{118619B7-19AA-45A2-9B78-F6B50A1881C4}"/>
          </ac:spMkLst>
        </pc:spChg>
        <pc:spChg chg="mod">
          <ac:chgData name="黒沢　爽次" userId="fae486ef-0c84-45a4-a237-2d2b758b0e89" providerId="ADAL" clId="{0C035BAC-995D-4CFD-B6CF-8BC7828293FF}" dt="2026-06-01T03:02:06.343" v="10" actId="1076"/>
          <ac:spMkLst>
            <pc:docMk/>
            <pc:sldMk cId="4156189418" sldId="258"/>
            <ac:spMk id="4" creationId="{17FE17C3-F876-41EF-A708-88654E647DDB}"/>
          </ac:spMkLst>
        </pc:spChg>
        <pc:spChg chg="mod">
          <ac:chgData name="黒沢　爽次" userId="fae486ef-0c84-45a4-a237-2d2b758b0e89" providerId="ADAL" clId="{0C035BAC-995D-4CFD-B6CF-8BC7828293FF}" dt="2026-06-01T03:02:09.244" v="11" actId="1076"/>
          <ac:spMkLst>
            <pc:docMk/>
            <pc:sldMk cId="4156189418" sldId="258"/>
            <ac:spMk id="5" creationId="{9D3EAC84-B18D-4456-9B76-104023807AC0}"/>
          </ac:spMkLst>
        </pc:spChg>
        <pc:spChg chg="mod">
          <ac:chgData name="黒沢　爽次" userId="fae486ef-0c84-45a4-a237-2d2b758b0e89" providerId="ADAL" clId="{0C035BAC-995D-4CFD-B6CF-8BC7828293FF}" dt="2026-06-01T03:02:13.470" v="12" actId="1076"/>
          <ac:spMkLst>
            <pc:docMk/>
            <pc:sldMk cId="4156189418" sldId="258"/>
            <ac:spMk id="6" creationId="{9418049C-A96D-4881-935E-98083CD43F01}"/>
          </ac:spMkLst>
        </pc:spChg>
      </pc:sldChg>
      <pc:sldChg chg="addSp modSp new mod">
        <pc:chgData name="黒沢　爽次" userId="fae486ef-0c84-45a4-a237-2d2b758b0e89" providerId="ADAL" clId="{0C035BAC-995D-4CFD-B6CF-8BC7828293FF}" dt="2026-06-02T02:44:20.276" v="2567" actId="1076"/>
        <pc:sldMkLst>
          <pc:docMk/>
          <pc:sldMk cId="136449960" sldId="259"/>
        </pc:sldMkLst>
        <pc:spChg chg="add mod">
          <ac:chgData name="黒沢　爽次" userId="fae486ef-0c84-45a4-a237-2d2b758b0e89" providerId="ADAL" clId="{0C035BAC-995D-4CFD-B6CF-8BC7828293FF}" dt="2026-06-02T02:44:20.276" v="2567" actId="1076"/>
          <ac:spMkLst>
            <pc:docMk/>
            <pc:sldMk cId="136449960" sldId="259"/>
            <ac:spMk id="2" creationId="{2779B08D-8064-43E6-A331-569263D00721}"/>
          </ac:spMkLst>
        </pc:spChg>
        <pc:spChg chg="add mod">
          <ac:chgData name="黒沢　爽次" userId="fae486ef-0c84-45a4-a237-2d2b758b0e89" providerId="ADAL" clId="{0C035BAC-995D-4CFD-B6CF-8BC7828293FF}" dt="2026-06-02T02:44:20.276" v="2567" actId="1076"/>
          <ac:spMkLst>
            <pc:docMk/>
            <pc:sldMk cId="136449960" sldId="259"/>
            <ac:spMk id="3" creationId="{446EACCF-410C-4616-B677-2C0F6365C5A8}"/>
          </ac:spMkLst>
        </pc:spChg>
        <pc:spChg chg="add mod">
          <ac:chgData name="黒沢　爽次" userId="fae486ef-0c84-45a4-a237-2d2b758b0e89" providerId="ADAL" clId="{0C035BAC-995D-4CFD-B6CF-8BC7828293FF}" dt="2026-06-02T02:44:20.276" v="2567" actId="1076"/>
          <ac:spMkLst>
            <pc:docMk/>
            <pc:sldMk cId="136449960" sldId="259"/>
            <ac:spMk id="4" creationId="{61F3B039-3D78-47EB-B322-16FB7605EE6A}"/>
          </ac:spMkLst>
        </pc:spChg>
        <pc:spChg chg="add mod">
          <ac:chgData name="黒沢　爽次" userId="fae486ef-0c84-45a4-a237-2d2b758b0e89" providerId="ADAL" clId="{0C035BAC-995D-4CFD-B6CF-8BC7828293FF}" dt="2026-06-02T02:44:20.276" v="2567" actId="1076"/>
          <ac:spMkLst>
            <pc:docMk/>
            <pc:sldMk cId="136449960" sldId="259"/>
            <ac:spMk id="5" creationId="{E67A448D-99B4-4E13-98C2-ED1F929213BD}"/>
          </ac:spMkLst>
        </pc:spChg>
      </pc:sldChg>
      <pc:sldChg chg="modSp del mod">
        <pc:chgData name="黒沢　爽次" userId="fae486ef-0c84-45a4-a237-2d2b758b0e89" providerId="ADAL" clId="{0C035BAC-995D-4CFD-B6CF-8BC7828293FF}" dt="2026-06-02T01:00:03.783" v="277" actId="2696"/>
        <pc:sldMkLst>
          <pc:docMk/>
          <pc:sldMk cId="1307443849" sldId="259"/>
        </pc:sldMkLst>
        <pc:spChg chg="mod">
          <ac:chgData name="黒沢　爽次" userId="fae486ef-0c84-45a4-a237-2d2b758b0e89" providerId="ADAL" clId="{0C035BAC-995D-4CFD-B6CF-8BC7828293FF}" dt="2026-06-01T03:02:49.545" v="14" actId="1076"/>
          <ac:spMkLst>
            <pc:docMk/>
            <pc:sldMk cId="1307443849" sldId="259"/>
            <ac:spMk id="4" creationId="{CF3C4FDD-75F6-4F2E-896B-60443778DEF0}"/>
          </ac:spMkLst>
        </pc:spChg>
        <pc:spChg chg="mod">
          <ac:chgData name="黒沢　爽次" userId="fae486ef-0c84-45a4-a237-2d2b758b0e89" providerId="ADAL" clId="{0C035BAC-995D-4CFD-B6CF-8BC7828293FF}" dt="2026-06-01T03:02:49.545" v="14" actId="1076"/>
          <ac:spMkLst>
            <pc:docMk/>
            <pc:sldMk cId="1307443849" sldId="259"/>
            <ac:spMk id="5" creationId="{2FD27ABA-3101-4524-A7A1-82D2ADC0B222}"/>
          </ac:spMkLst>
        </pc:spChg>
      </pc:sldChg>
      <pc:sldChg chg="addSp modSp new del mod">
        <pc:chgData name="黒沢　爽次" userId="fae486ef-0c84-45a4-a237-2d2b758b0e89" providerId="ADAL" clId="{0C035BAC-995D-4CFD-B6CF-8BC7828293FF}" dt="2026-06-02T01:53:58.264" v="1263" actId="2696"/>
        <pc:sldMkLst>
          <pc:docMk/>
          <pc:sldMk cId="2426384250" sldId="259"/>
        </pc:sldMkLst>
        <pc:spChg chg="add mod">
          <ac:chgData name="黒沢　爽次" userId="fae486ef-0c84-45a4-a237-2d2b758b0e89" providerId="ADAL" clId="{0C035BAC-995D-4CFD-B6CF-8BC7828293FF}" dt="2026-06-02T01:29:34.209" v="606" actId="20577"/>
          <ac:spMkLst>
            <pc:docMk/>
            <pc:sldMk cId="2426384250" sldId="259"/>
            <ac:spMk id="2" creationId="{0C62B13C-1B72-4483-AD8A-05820B2954C4}"/>
          </ac:spMkLst>
        </pc:spChg>
        <pc:spChg chg="add mod">
          <ac:chgData name="黒沢　爽次" userId="fae486ef-0c84-45a4-a237-2d2b758b0e89" providerId="ADAL" clId="{0C035BAC-995D-4CFD-B6CF-8BC7828293FF}" dt="2026-06-02T01:31:27.052" v="661" actId="1076"/>
          <ac:spMkLst>
            <pc:docMk/>
            <pc:sldMk cId="2426384250" sldId="259"/>
            <ac:spMk id="3" creationId="{5139BB0C-7E80-40CA-B233-E4FFF5EFF94A}"/>
          </ac:spMkLst>
        </pc:spChg>
        <pc:spChg chg="add mod">
          <ac:chgData name="黒沢　爽次" userId="fae486ef-0c84-45a4-a237-2d2b758b0e89" providerId="ADAL" clId="{0C035BAC-995D-4CFD-B6CF-8BC7828293FF}" dt="2026-06-02T01:43:49.190" v="1089" actId="1076"/>
          <ac:spMkLst>
            <pc:docMk/>
            <pc:sldMk cId="2426384250" sldId="259"/>
            <ac:spMk id="4" creationId="{BCEE3B2D-1563-49F8-9E7B-CA864A8C91F7}"/>
          </ac:spMkLst>
        </pc:spChg>
        <pc:spChg chg="add mod">
          <ac:chgData name="黒沢　爽次" userId="fae486ef-0c84-45a4-a237-2d2b758b0e89" providerId="ADAL" clId="{0C035BAC-995D-4CFD-B6CF-8BC7828293FF}" dt="2026-06-02T01:43:51.665" v="1090" actId="1076"/>
          <ac:spMkLst>
            <pc:docMk/>
            <pc:sldMk cId="2426384250" sldId="259"/>
            <ac:spMk id="5" creationId="{50940ED0-14E3-4597-A489-5FCC24824EEA}"/>
          </ac:spMkLst>
        </pc:spChg>
        <pc:spChg chg="add mod">
          <ac:chgData name="黒沢　爽次" userId="fae486ef-0c84-45a4-a237-2d2b758b0e89" providerId="ADAL" clId="{0C035BAC-995D-4CFD-B6CF-8BC7828293FF}" dt="2026-06-02T01:45:00.691" v="1262" actId="20577"/>
          <ac:spMkLst>
            <pc:docMk/>
            <pc:sldMk cId="2426384250" sldId="259"/>
            <ac:spMk id="6" creationId="{26B0520E-3023-4D07-81C0-187F29E27C17}"/>
          </ac:spMkLst>
        </pc:spChg>
      </pc:sldChg>
      <pc:sldChg chg="addSp modSp del mod">
        <pc:chgData name="黒沢　爽次" userId="fae486ef-0c84-45a4-a237-2d2b758b0e89" providerId="ADAL" clId="{0C035BAC-995D-4CFD-B6CF-8BC7828293FF}" dt="2026-06-02T01:00:03.783" v="277" actId="2696"/>
        <pc:sldMkLst>
          <pc:docMk/>
          <pc:sldMk cId="1739049540" sldId="260"/>
        </pc:sldMkLst>
        <pc:spChg chg="mod">
          <ac:chgData name="黒沢　爽次" userId="fae486ef-0c84-45a4-a237-2d2b758b0e89" providerId="ADAL" clId="{0C035BAC-995D-4CFD-B6CF-8BC7828293FF}" dt="2026-06-01T03:07:47.360" v="15" actId="1076"/>
          <ac:spMkLst>
            <pc:docMk/>
            <pc:sldMk cId="1739049540" sldId="260"/>
            <ac:spMk id="3" creationId="{7758727A-ABCD-4AE1-A884-2B239A154C15}"/>
          </ac:spMkLst>
        </pc:spChg>
        <pc:spChg chg="add mod">
          <ac:chgData name="黒沢　爽次" userId="fae486ef-0c84-45a4-a237-2d2b758b0e89" providerId="ADAL" clId="{0C035BAC-995D-4CFD-B6CF-8BC7828293FF}" dt="2026-06-01T03:10:55.689" v="164" actId="1076"/>
          <ac:spMkLst>
            <pc:docMk/>
            <pc:sldMk cId="1739049540" sldId="260"/>
            <ac:spMk id="4" creationId="{35F046AC-DD02-4AE7-81FE-74B099ECFFEC}"/>
          </ac:spMkLst>
        </pc:spChg>
        <pc:spChg chg="add mod">
          <ac:chgData name="黒沢　爽次" userId="fae486ef-0c84-45a4-a237-2d2b758b0e89" providerId="ADAL" clId="{0C035BAC-995D-4CFD-B6CF-8BC7828293FF}" dt="2026-06-01T03:10:55.689" v="164" actId="1076"/>
          <ac:spMkLst>
            <pc:docMk/>
            <pc:sldMk cId="1739049540" sldId="260"/>
            <ac:spMk id="5" creationId="{86781BE4-258B-48FC-A5B4-3E69D740E54A}"/>
          </ac:spMkLst>
        </pc:spChg>
        <pc:spChg chg="add mod">
          <ac:chgData name="黒沢　爽次" userId="fae486ef-0c84-45a4-a237-2d2b758b0e89" providerId="ADAL" clId="{0C035BAC-995D-4CFD-B6CF-8BC7828293FF}" dt="2026-06-01T03:10:46.173" v="161" actId="1076"/>
          <ac:spMkLst>
            <pc:docMk/>
            <pc:sldMk cId="1739049540" sldId="260"/>
            <ac:spMk id="6" creationId="{1B2088B2-9353-4CE1-95C2-828CFDAA5837}"/>
          </ac:spMkLst>
        </pc:spChg>
      </pc:sldChg>
      <pc:sldChg chg="addSp delSp modSp new del mod">
        <pc:chgData name="黒沢　爽次" userId="fae486ef-0c84-45a4-a237-2d2b758b0e89" providerId="ADAL" clId="{0C035BAC-995D-4CFD-B6CF-8BC7828293FF}" dt="2026-06-02T01:53:58.264" v="1263" actId="2696"/>
        <pc:sldMkLst>
          <pc:docMk/>
          <pc:sldMk cId="2066569515" sldId="260"/>
        </pc:sldMkLst>
        <pc:spChg chg="add del mod">
          <ac:chgData name="黒沢　爽次" userId="fae486ef-0c84-45a4-a237-2d2b758b0e89" providerId="ADAL" clId="{0C035BAC-995D-4CFD-B6CF-8BC7828293FF}" dt="2026-06-02T01:43:14.304" v="1088" actId="21"/>
          <ac:spMkLst>
            <pc:docMk/>
            <pc:sldMk cId="2066569515" sldId="260"/>
            <ac:spMk id="2" creationId="{CE74A419-66ED-4F60-BF14-A936B7C1E312}"/>
          </ac:spMkLst>
        </pc:spChg>
      </pc:sldChg>
      <pc:sldChg chg="addSp modSp new mod">
        <pc:chgData name="黒沢　爽次" userId="fae486ef-0c84-45a4-a237-2d2b758b0e89" providerId="ADAL" clId="{0C035BAC-995D-4CFD-B6CF-8BC7828293FF}" dt="2026-06-02T02:43:29.225" v="2564" actId="20577"/>
        <pc:sldMkLst>
          <pc:docMk/>
          <pc:sldMk cId="2322248786" sldId="260"/>
        </pc:sldMkLst>
        <pc:spChg chg="add mod">
          <ac:chgData name="黒沢　爽次" userId="fae486ef-0c84-45a4-a237-2d2b758b0e89" providerId="ADAL" clId="{0C035BAC-995D-4CFD-B6CF-8BC7828293FF}" dt="2026-06-02T02:21:46.858" v="2045" actId="20577"/>
          <ac:spMkLst>
            <pc:docMk/>
            <pc:sldMk cId="2322248786" sldId="260"/>
            <ac:spMk id="2" creationId="{BB985023-B12E-47FC-BC3F-2CCBEFDDAEA1}"/>
          </ac:spMkLst>
        </pc:spChg>
        <pc:spChg chg="add mod">
          <ac:chgData name="黒沢　爽次" userId="fae486ef-0c84-45a4-a237-2d2b758b0e89" providerId="ADAL" clId="{0C035BAC-995D-4CFD-B6CF-8BC7828293FF}" dt="2026-06-02T02:43:29.225" v="2564" actId="20577"/>
          <ac:spMkLst>
            <pc:docMk/>
            <pc:sldMk cId="2322248786" sldId="260"/>
            <ac:spMk id="3" creationId="{29F7F138-E572-462D-9741-3BBC089C7DAC}"/>
          </ac:spMkLst>
        </pc:spChg>
        <pc:spChg chg="add mod">
          <ac:chgData name="黒沢　爽次" userId="fae486ef-0c84-45a4-a237-2d2b758b0e89" providerId="ADAL" clId="{0C035BAC-995D-4CFD-B6CF-8BC7828293FF}" dt="2026-06-02T02:41:00.349" v="2507" actId="1076"/>
          <ac:spMkLst>
            <pc:docMk/>
            <pc:sldMk cId="2322248786" sldId="260"/>
            <ac:spMk id="4" creationId="{C5DDF466-028D-4C91-9776-78FA6C2CB90B}"/>
          </ac:spMkLst>
        </pc:spChg>
        <pc:spChg chg="add mod">
          <ac:chgData name="黒沢　爽次" userId="fae486ef-0c84-45a4-a237-2d2b758b0e89" providerId="ADAL" clId="{0C035BAC-995D-4CFD-B6CF-8BC7828293FF}" dt="2026-06-02T02:40:55.557" v="2505" actId="1076"/>
          <ac:spMkLst>
            <pc:docMk/>
            <pc:sldMk cId="2322248786" sldId="260"/>
            <ac:spMk id="5" creationId="{6D678F1E-14DC-4046-BA3F-2B5620DEC7C8}"/>
          </ac:spMkLst>
        </pc:spChg>
      </pc:sldChg>
      <pc:sldChg chg="addSp delSp modSp new mod">
        <pc:chgData name="黒沢　爽次" userId="fae486ef-0c84-45a4-a237-2d2b758b0e89" providerId="ADAL" clId="{0C035BAC-995D-4CFD-B6CF-8BC7828293FF}" dt="2026-06-02T02:44:08.135" v="2566" actId="1076"/>
        <pc:sldMkLst>
          <pc:docMk/>
          <pc:sldMk cId="2995002953" sldId="261"/>
        </pc:sldMkLst>
        <pc:spChg chg="add mod">
          <ac:chgData name="黒沢　爽次" userId="fae486ef-0c84-45a4-a237-2d2b758b0e89" providerId="ADAL" clId="{0C035BAC-995D-4CFD-B6CF-8BC7828293FF}" dt="2026-06-02T02:44:08.135" v="2566" actId="1076"/>
          <ac:spMkLst>
            <pc:docMk/>
            <pc:sldMk cId="2995002953" sldId="261"/>
            <ac:spMk id="2" creationId="{C025A91B-8E21-49AF-9883-33BD13B92337}"/>
          </ac:spMkLst>
        </pc:spChg>
        <pc:spChg chg="add mod">
          <ac:chgData name="黒沢　爽次" userId="fae486ef-0c84-45a4-a237-2d2b758b0e89" providerId="ADAL" clId="{0C035BAC-995D-4CFD-B6CF-8BC7828293FF}" dt="2026-06-02T02:44:01.684" v="2565" actId="2710"/>
          <ac:spMkLst>
            <pc:docMk/>
            <pc:sldMk cId="2995002953" sldId="261"/>
            <ac:spMk id="3" creationId="{F3E7AE88-25B9-4566-94BB-1E6BB9CD1FF1}"/>
          </ac:spMkLst>
        </pc:spChg>
        <pc:spChg chg="add del mod">
          <ac:chgData name="黒沢　爽次" userId="fae486ef-0c84-45a4-a237-2d2b758b0e89" providerId="ADAL" clId="{0C035BAC-995D-4CFD-B6CF-8BC7828293FF}" dt="2026-06-02T02:39:39.447" v="2461"/>
          <ac:spMkLst>
            <pc:docMk/>
            <pc:sldMk cId="2995002953" sldId="261"/>
            <ac:spMk id="4" creationId="{CE38EBA4-952E-465F-A853-88A4CF0A2415}"/>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C37DE6-AB6F-4DA0-B8C5-577657208F14}"/>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D4525C4-5D4E-4502-9E16-3830A4619E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871781E-B8F4-41DB-9427-C7EFBEE6F83F}"/>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7E576A45-75C7-492B-AEA6-1C7ECAAE856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18FAD-CB2A-484A-A0D1-4617DC32856C}"/>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21149079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6812F0-968A-4D50-97CB-ABECD37F666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745381F-D24E-42DD-AF45-C7236A624C2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3342B-D77B-4511-9793-BBEC7D1F2E5E}"/>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411B4F60-DD03-4BBC-BFEF-787F498DD04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A5B228E-92F1-4BC9-A862-05598270382A}"/>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696406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380A5F-6892-4C01-AC06-ACE66ED9E1C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2F5AABA-B1DA-412F-90FA-B7C0D1F82D1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9AD53F1-B14F-487D-B9E7-9F633CDA8D32}"/>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8D1C17D2-9B35-42D9-B3A9-AFF1BE8A771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76EAC5-3034-4CE7-B176-BF5C32143610}"/>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40421741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5C1302-F550-4517-97B1-A0E4C1053E1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7FA2E33-4888-45A3-8967-A53F9F2E9A0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5571D3D-6F19-4476-AB06-35710748C865}"/>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7CB641-C523-492D-A7BE-0751364F5161}"/>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6" name="フッター プレースホルダー 5">
            <a:extLst>
              <a:ext uri="{FF2B5EF4-FFF2-40B4-BE49-F238E27FC236}">
                <a16:creationId xmlns:a16="http://schemas.microsoft.com/office/drawing/2014/main" id="{F3CC89D8-FA23-46E5-B795-5536165D52B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64883A1-4AD9-4A81-B194-D0E87B55FC3A}"/>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378561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A3D81A-44D7-4E2F-8DEC-FFA84D0BA6A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1673376-8118-41BC-9DB8-0ECD8AB107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6388FB0-ABFA-4442-9771-69D3C6A6FC6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7BE4232-55C9-4D91-93F3-5C535883F9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569C675-DD9C-47C8-93E4-81FE24B6AAC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3AEA334A-828B-499F-99E1-CFD170CD66C8}"/>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8" name="フッター プレースホルダー 7">
            <a:extLst>
              <a:ext uri="{FF2B5EF4-FFF2-40B4-BE49-F238E27FC236}">
                <a16:creationId xmlns:a16="http://schemas.microsoft.com/office/drawing/2014/main" id="{7AA23066-0082-42F7-9136-EDB4B030AC2E}"/>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21E45D6-F1A3-41A1-B15C-F494A7C076E4}"/>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4101214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A9BCBB-8DBD-4209-AF0B-DF25FBD0740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BB2062F-3C75-4893-ABD8-6E99719DA2E0}"/>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4" name="フッター プレースホルダー 3">
            <a:extLst>
              <a:ext uri="{FF2B5EF4-FFF2-40B4-BE49-F238E27FC236}">
                <a16:creationId xmlns:a16="http://schemas.microsoft.com/office/drawing/2014/main" id="{F8F18B47-2BD9-44D8-B796-7B8F2334E73D}"/>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A08050E-AE79-406B-97D7-3C57D0B216AF}"/>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13019022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AAE66A6-A995-4957-B2D5-4D4E7382E119}"/>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3" name="フッター プレースホルダー 2">
            <a:extLst>
              <a:ext uri="{FF2B5EF4-FFF2-40B4-BE49-F238E27FC236}">
                <a16:creationId xmlns:a16="http://schemas.microsoft.com/office/drawing/2014/main" id="{A65821AA-DD19-4E99-8F4B-D9516C71DBA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1B279F-61EF-49A2-B392-8B0F633C16C7}"/>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2074252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A5CF7D-1B8D-4783-B197-567798C0BCB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5627560-487E-4AA5-82ED-DC81964027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9DE7455-4E97-4136-86BE-BBCB27C63E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6984EF9-AC59-408A-9EEB-A46A89F31418}"/>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6" name="フッター プレースホルダー 5">
            <a:extLst>
              <a:ext uri="{FF2B5EF4-FFF2-40B4-BE49-F238E27FC236}">
                <a16:creationId xmlns:a16="http://schemas.microsoft.com/office/drawing/2014/main" id="{B618C25E-9525-4743-BB03-A878C4D4769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D6FBB37-E1D8-4F29-A570-13A98683DD14}"/>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632078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93E2BB-1F92-4E37-8964-3A1C3E27D0D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C1B3F88-F64E-4037-9B47-959AD8D2513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E1236FE-D13D-472A-8D43-8B79C82BE3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322A73E-9A37-4309-B8FB-BB44F6C7019C}"/>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6" name="フッター プレースホルダー 5">
            <a:extLst>
              <a:ext uri="{FF2B5EF4-FFF2-40B4-BE49-F238E27FC236}">
                <a16:creationId xmlns:a16="http://schemas.microsoft.com/office/drawing/2014/main" id="{79111B3B-A6EC-4E2E-B1C1-8601A4AFB9F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51AB42E-54BF-4A71-A1D3-0615212F5FB7}"/>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3505244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D507C-AD59-47A9-94B5-FB391B892F8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906190F-692F-401E-8B2C-AB50A173AB0F}"/>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0147EF0-CE17-4002-B190-680000A286F9}"/>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51E333DE-6679-40F0-89AA-B5F7660F49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4572D-C0CA-4012-99BD-80836E074BE9}"/>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28948785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6118E60-C81C-4DC0-BC63-E64982E7FF4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E0B43A0-0286-49B4-A428-E96DC69813B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55682E-10FE-4C6E-B2C3-F1CA7A56AF0D}"/>
              </a:ext>
            </a:extLst>
          </p:cNvPr>
          <p:cNvSpPr>
            <a:spLocks noGrp="1"/>
          </p:cNvSpPr>
          <p:nvPr>
            <p:ph type="dt" sz="half" idx="10"/>
          </p:nvPr>
        </p:nvSpPr>
        <p:spPr/>
        <p:txBody>
          <a:body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21444A6B-9576-4C0A-8083-4D008ECD96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780268-5876-4C0D-AA19-9A59FD22D4D6}"/>
              </a:ext>
            </a:extLst>
          </p:cNvPr>
          <p:cNvSpPr>
            <a:spLocks noGrp="1"/>
          </p:cNvSpPr>
          <p:nvPr>
            <p:ph type="sldNum" sz="quarter" idx="12"/>
          </p:nvPr>
        </p:nvSpPr>
        <p:spPr/>
        <p:txBody>
          <a:body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85182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F4253CE-DFF7-4206-81F7-47B8E782B4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462A1C3-C154-41C6-8A5C-D6FBF77D7E5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13804F-C83D-4276-A5A2-2E1B6862B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390CA5-D828-4F12-AC34-EB78105EA812}" type="datetimeFigureOut">
              <a:rPr kumimoji="1" lang="ja-JP" altLang="en-US" smtClean="0"/>
              <a:t>2026/6/2</a:t>
            </a:fld>
            <a:endParaRPr kumimoji="1" lang="ja-JP" altLang="en-US"/>
          </a:p>
        </p:txBody>
      </p:sp>
      <p:sp>
        <p:nvSpPr>
          <p:cNvPr id="5" name="フッター プレースホルダー 4">
            <a:extLst>
              <a:ext uri="{FF2B5EF4-FFF2-40B4-BE49-F238E27FC236}">
                <a16:creationId xmlns:a16="http://schemas.microsoft.com/office/drawing/2014/main" id="{22B9EFEF-AAEC-4675-B929-5CE88053EB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B4183F7-D589-4DA7-B032-EAF9A677A4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CC7A3EF-93D4-49D4-A2C5-BC510F27592B}" type="slidenum">
              <a:rPr kumimoji="1" lang="ja-JP" altLang="en-US" smtClean="0"/>
              <a:t>‹#›</a:t>
            </a:fld>
            <a:endParaRPr kumimoji="1" lang="ja-JP" altLang="en-US"/>
          </a:p>
        </p:txBody>
      </p:sp>
    </p:spTree>
    <p:extLst>
      <p:ext uri="{BB962C8B-B14F-4D97-AF65-F5344CB8AC3E}">
        <p14:creationId xmlns:p14="http://schemas.microsoft.com/office/powerpoint/2010/main" val="2587864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13B2122-4236-47F3-8B86-2049F75D9514}"/>
              </a:ext>
            </a:extLst>
          </p:cNvPr>
          <p:cNvSpPr txBox="1"/>
          <p:nvPr/>
        </p:nvSpPr>
        <p:spPr>
          <a:xfrm>
            <a:off x="3200400" y="3336324"/>
            <a:ext cx="4108817" cy="369332"/>
          </a:xfrm>
          <a:prstGeom prst="rect">
            <a:avLst/>
          </a:prstGeom>
          <a:noFill/>
        </p:spPr>
        <p:txBody>
          <a:bodyPr wrap="none" rtlCol="0">
            <a:spAutoFit/>
          </a:bodyPr>
          <a:lstStyle/>
          <a:p>
            <a:r>
              <a:rPr kumimoji="1" lang="ja-JP" altLang="en-US" dirty="0"/>
              <a:t>対戦型アクションゲーム</a:t>
            </a:r>
            <a:r>
              <a:rPr kumimoji="1" lang="en-US" altLang="ja-JP" dirty="0"/>
              <a:t>×</a:t>
            </a:r>
            <a:r>
              <a:rPr kumimoji="1" lang="ja-JP" altLang="en-US" dirty="0"/>
              <a:t>心理ゲーム</a:t>
            </a:r>
            <a:endParaRPr kumimoji="1" lang="en-US" altLang="ja-JP" dirty="0"/>
          </a:p>
        </p:txBody>
      </p:sp>
    </p:spTree>
    <p:extLst>
      <p:ext uri="{BB962C8B-B14F-4D97-AF65-F5344CB8AC3E}">
        <p14:creationId xmlns:p14="http://schemas.microsoft.com/office/powerpoint/2010/main" val="23943096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B985023-B12E-47FC-BC3F-2CCBEFDDAEA1}"/>
              </a:ext>
            </a:extLst>
          </p:cNvPr>
          <p:cNvSpPr txBox="1"/>
          <p:nvPr/>
        </p:nvSpPr>
        <p:spPr>
          <a:xfrm>
            <a:off x="1294686" y="1346886"/>
            <a:ext cx="6878806" cy="369332"/>
          </a:xfrm>
          <a:prstGeom prst="rect">
            <a:avLst/>
          </a:prstGeom>
          <a:noFill/>
        </p:spPr>
        <p:txBody>
          <a:bodyPr wrap="none" rtlCol="0">
            <a:spAutoFit/>
          </a:bodyPr>
          <a:lstStyle/>
          <a:p>
            <a:r>
              <a:rPr kumimoji="1" lang="ja-JP" altLang="en-US" dirty="0"/>
              <a:t>親（１人）と子（３人）に分かれて対戦する非対称型対戦ゲーム</a:t>
            </a:r>
          </a:p>
        </p:txBody>
      </p:sp>
      <p:sp>
        <p:nvSpPr>
          <p:cNvPr id="3" name="テキスト ボックス 2">
            <a:extLst>
              <a:ext uri="{FF2B5EF4-FFF2-40B4-BE49-F238E27FC236}">
                <a16:creationId xmlns:a16="http://schemas.microsoft.com/office/drawing/2014/main" id="{29F7F138-E572-462D-9741-3BBC089C7DAC}"/>
              </a:ext>
            </a:extLst>
          </p:cNvPr>
          <p:cNvSpPr txBox="1"/>
          <p:nvPr/>
        </p:nvSpPr>
        <p:spPr>
          <a:xfrm>
            <a:off x="1294686" y="3744782"/>
            <a:ext cx="8494633" cy="369332"/>
          </a:xfrm>
          <a:prstGeom prst="rect">
            <a:avLst/>
          </a:prstGeom>
          <a:noFill/>
        </p:spPr>
        <p:txBody>
          <a:bodyPr wrap="none" rtlCol="0">
            <a:spAutoFit/>
          </a:bodyPr>
          <a:lstStyle/>
          <a:p>
            <a:r>
              <a:rPr kumimoji="1" lang="ja-JP" altLang="en-US" dirty="0"/>
              <a:t>エリア内を自由に動き回り、射撃や打撃、キャラ固有のスキルなどで攻撃できる</a:t>
            </a:r>
          </a:p>
        </p:txBody>
      </p:sp>
      <p:sp>
        <p:nvSpPr>
          <p:cNvPr id="4" name="テキスト ボックス 3">
            <a:extLst>
              <a:ext uri="{FF2B5EF4-FFF2-40B4-BE49-F238E27FC236}">
                <a16:creationId xmlns:a16="http://schemas.microsoft.com/office/drawing/2014/main" id="{C5DDF466-028D-4C91-9776-78FA6C2CB90B}"/>
              </a:ext>
            </a:extLst>
          </p:cNvPr>
          <p:cNvSpPr txBox="1"/>
          <p:nvPr/>
        </p:nvSpPr>
        <p:spPr>
          <a:xfrm>
            <a:off x="1294686" y="4943730"/>
            <a:ext cx="7340471" cy="369332"/>
          </a:xfrm>
          <a:prstGeom prst="rect">
            <a:avLst/>
          </a:prstGeom>
          <a:noFill/>
        </p:spPr>
        <p:txBody>
          <a:bodyPr wrap="none" rtlCol="0">
            <a:spAutoFit/>
          </a:bodyPr>
          <a:lstStyle/>
          <a:p>
            <a:r>
              <a:rPr lang="ja-JP" altLang="en-US" dirty="0"/>
              <a:t>特定の勝利条件を親が達成することができるかどうかで勝敗が決まる</a:t>
            </a:r>
            <a:endParaRPr kumimoji="1" lang="ja-JP" altLang="en-US" dirty="0"/>
          </a:p>
        </p:txBody>
      </p:sp>
      <p:sp>
        <p:nvSpPr>
          <p:cNvPr id="5" name="テキスト ボックス 4">
            <a:extLst>
              <a:ext uri="{FF2B5EF4-FFF2-40B4-BE49-F238E27FC236}">
                <a16:creationId xmlns:a16="http://schemas.microsoft.com/office/drawing/2014/main" id="{6D678F1E-14DC-4046-BA3F-2B5620DEC7C8}"/>
              </a:ext>
            </a:extLst>
          </p:cNvPr>
          <p:cNvSpPr txBox="1"/>
          <p:nvPr/>
        </p:nvSpPr>
        <p:spPr>
          <a:xfrm>
            <a:off x="1294686" y="2545834"/>
            <a:ext cx="3877985" cy="369332"/>
          </a:xfrm>
          <a:prstGeom prst="rect">
            <a:avLst/>
          </a:prstGeom>
          <a:noFill/>
        </p:spPr>
        <p:txBody>
          <a:bodyPr wrap="none" rtlCol="0">
            <a:spAutoFit/>
          </a:bodyPr>
          <a:lstStyle/>
          <a:p>
            <a:r>
              <a:rPr kumimoji="1" lang="ja-JP" altLang="en-US" dirty="0"/>
              <a:t>キャラクターによって性能が異なる</a:t>
            </a:r>
          </a:p>
        </p:txBody>
      </p:sp>
    </p:spTree>
    <p:extLst>
      <p:ext uri="{BB962C8B-B14F-4D97-AF65-F5344CB8AC3E}">
        <p14:creationId xmlns:p14="http://schemas.microsoft.com/office/powerpoint/2010/main" val="2322248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EF8DA05-1DAE-4BE4-9BC0-93FC6B7F6F82}"/>
              </a:ext>
            </a:extLst>
          </p:cNvPr>
          <p:cNvSpPr txBox="1"/>
          <p:nvPr/>
        </p:nvSpPr>
        <p:spPr>
          <a:xfrm>
            <a:off x="1569308" y="1173892"/>
            <a:ext cx="415498" cy="369332"/>
          </a:xfrm>
          <a:prstGeom prst="rect">
            <a:avLst/>
          </a:prstGeom>
          <a:noFill/>
        </p:spPr>
        <p:txBody>
          <a:bodyPr wrap="none" rtlCol="0">
            <a:spAutoFit/>
          </a:bodyPr>
          <a:lstStyle/>
          <a:p>
            <a:r>
              <a:rPr kumimoji="1" lang="ja-JP" altLang="en-US" u="sng" dirty="0"/>
              <a:t>親</a:t>
            </a:r>
          </a:p>
        </p:txBody>
      </p:sp>
      <p:sp>
        <p:nvSpPr>
          <p:cNvPr id="3" name="テキスト ボックス 2">
            <a:extLst>
              <a:ext uri="{FF2B5EF4-FFF2-40B4-BE49-F238E27FC236}">
                <a16:creationId xmlns:a16="http://schemas.microsoft.com/office/drawing/2014/main" id="{636ADBFB-B7A4-4394-B8B3-A3056217C5A8}"/>
              </a:ext>
            </a:extLst>
          </p:cNvPr>
          <p:cNvSpPr txBox="1"/>
          <p:nvPr/>
        </p:nvSpPr>
        <p:spPr>
          <a:xfrm>
            <a:off x="1984806" y="1920790"/>
            <a:ext cx="6647974" cy="369332"/>
          </a:xfrm>
          <a:prstGeom prst="rect">
            <a:avLst/>
          </a:prstGeom>
          <a:noFill/>
        </p:spPr>
        <p:txBody>
          <a:bodyPr wrap="none" rtlCol="0">
            <a:spAutoFit/>
          </a:bodyPr>
          <a:lstStyle/>
          <a:p>
            <a:r>
              <a:rPr kumimoji="1" lang="ja-JP" altLang="en-US" dirty="0"/>
              <a:t>ランダムに選ばれた勝利条件（５個程度）の中から一つ選ぶ</a:t>
            </a:r>
          </a:p>
        </p:txBody>
      </p:sp>
      <p:sp>
        <p:nvSpPr>
          <p:cNvPr id="5" name="テキスト ボックス 4">
            <a:extLst>
              <a:ext uri="{FF2B5EF4-FFF2-40B4-BE49-F238E27FC236}">
                <a16:creationId xmlns:a16="http://schemas.microsoft.com/office/drawing/2014/main" id="{2A63ABE8-D58F-4115-A464-C337E1F9C957}"/>
              </a:ext>
            </a:extLst>
          </p:cNvPr>
          <p:cNvSpPr txBox="1"/>
          <p:nvPr/>
        </p:nvSpPr>
        <p:spPr>
          <a:xfrm>
            <a:off x="1984806" y="3951416"/>
            <a:ext cx="2031325" cy="369332"/>
          </a:xfrm>
          <a:prstGeom prst="rect">
            <a:avLst/>
          </a:prstGeom>
          <a:noFill/>
        </p:spPr>
        <p:txBody>
          <a:bodyPr wrap="none" rtlCol="0">
            <a:spAutoFit/>
          </a:bodyPr>
          <a:lstStyle/>
          <a:p>
            <a:r>
              <a:rPr lang="ja-JP" altLang="en-US" dirty="0"/>
              <a:t>子より体力が高い</a:t>
            </a:r>
            <a:endParaRPr kumimoji="1" lang="ja-JP" altLang="en-US" dirty="0"/>
          </a:p>
        </p:txBody>
      </p:sp>
      <p:sp>
        <p:nvSpPr>
          <p:cNvPr id="6" name="テキスト ボックス 5">
            <a:extLst>
              <a:ext uri="{FF2B5EF4-FFF2-40B4-BE49-F238E27FC236}">
                <a16:creationId xmlns:a16="http://schemas.microsoft.com/office/drawing/2014/main" id="{6E1C6284-0B4B-480D-8A52-B387E06AE6A6}"/>
              </a:ext>
            </a:extLst>
          </p:cNvPr>
          <p:cNvSpPr txBox="1"/>
          <p:nvPr/>
        </p:nvSpPr>
        <p:spPr>
          <a:xfrm>
            <a:off x="1984806" y="2936103"/>
            <a:ext cx="4801314" cy="369332"/>
          </a:xfrm>
          <a:prstGeom prst="rect">
            <a:avLst/>
          </a:prstGeom>
          <a:noFill/>
        </p:spPr>
        <p:txBody>
          <a:bodyPr wrap="none" rtlCol="0">
            <a:spAutoFit/>
          </a:bodyPr>
          <a:lstStyle/>
          <a:p>
            <a:r>
              <a:rPr kumimoji="1" lang="ja-JP" altLang="en-US" dirty="0"/>
              <a:t>子に倒される前に勝利条件を達成すると勝ち</a:t>
            </a:r>
          </a:p>
        </p:txBody>
      </p:sp>
    </p:spTree>
    <p:extLst>
      <p:ext uri="{BB962C8B-B14F-4D97-AF65-F5344CB8AC3E}">
        <p14:creationId xmlns:p14="http://schemas.microsoft.com/office/powerpoint/2010/main" val="3418802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779B08D-8064-43E6-A331-569263D00721}"/>
              </a:ext>
            </a:extLst>
          </p:cNvPr>
          <p:cNvSpPr txBox="1"/>
          <p:nvPr/>
        </p:nvSpPr>
        <p:spPr>
          <a:xfrm>
            <a:off x="1507525" y="1309816"/>
            <a:ext cx="415498" cy="369332"/>
          </a:xfrm>
          <a:prstGeom prst="rect">
            <a:avLst/>
          </a:prstGeom>
          <a:noFill/>
        </p:spPr>
        <p:txBody>
          <a:bodyPr wrap="none" rtlCol="0">
            <a:spAutoFit/>
          </a:bodyPr>
          <a:lstStyle/>
          <a:p>
            <a:r>
              <a:rPr kumimoji="1" lang="ja-JP" altLang="en-US" u="sng" dirty="0"/>
              <a:t>子</a:t>
            </a:r>
          </a:p>
        </p:txBody>
      </p:sp>
      <p:sp>
        <p:nvSpPr>
          <p:cNvPr id="3" name="テキスト ボックス 2">
            <a:extLst>
              <a:ext uri="{FF2B5EF4-FFF2-40B4-BE49-F238E27FC236}">
                <a16:creationId xmlns:a16="http://schemas.microsoft.com/office/drawing/2014/main" id="{446EACCF-410C-4616-B677-2C0F6365C5A8}"/>
              </a:ext>
            </a:extLst>
          </p:cNvPr>
          <p:cNvSpPr txBox="1"/>
          <p:nvPr/>
        </p:nvSpPr>
        <p:spPr>
          <a:xfrm>
            <a:off x="1923023" y="2100649"/>
            <a:ext cx="4801314" cy="369332"/>
          </a:xfrm>
          <a:prstGeom prst="rect">
            <a:avLst/>
          </a:prstGeom>
          <a:noFill/>
        </p:spPr>
        <p:txBody>
          <a:bodyPr wrap="none" rtlCol="0">
            <a:spAutoFit/>
          </a:bodyPr>
          <a:lstStyle/>
          <a:p>
            <a:r>
              <a:rPr kumimoji="1" lang="ja-JP" altLang="en-US" dirty="0"/>
              <a:t>親の勝利条件の選択肢のみ見ることができる</a:t>
            </a:r>
          </a:p>
        </p:txBody>
      </p:sp>
      <p:sp>
        <p:nvSpPr>
          <p:cNvPr id="4" name="テキスト ボックス 3">
            <a:extLst>
              <a:ext uri="{FF2B5EF4-FFF2-40B4-BE49-F238E27FC236}">
                <a16:creationId xmlns:a16="http://schemas.microsoft.com/office/drawing/2014/main" id="{61F3B039-3D78-47EB-B322-16FB7605EE6A}"/>
              </a:ext>
            </a:extLst>
          </p:cNvPr>
          <p:cNvSpPr txBox="1"/>
          <p:nvPr/>
        </p:nvSpPr>
        <p:spPr>
          <a:xfrm>
            <a:off x="1923023" y="4361935"/>
            <a:ext cx="4108817" cy="369332"/>
          </a:xfrm>
          <a:prstGeom prst="rect">
            <a:avLst/>
          </a:prstGeom>
          <a:noFill/>
        </p:spPr>
        <p:txBody>
          <a:bodyPr wrap="none" rtlCol="0">
            <a:spAutoFit/>
          </a:bodyPr>
          <a:lstStyle/>
          <a:p>
            <a:r>
              <a:rPr kumimoji="1" lang="ja-JP" altLang="en-US" dirty="0"/>
              <a:t>親が勝利条件を満たす前に倒すと勝ち</a:t>
            </a:r>
          </a:p>
        </p:txBody>
      </p:sp>
      <p:sp>
        <p:nvSpPr>
          <p:cNvPr id="5" name="テキスト ボックス 4">
            <a:extLst>
              <a:ext uri="{FF2B5EF4-FFF2-40B4-BE49-F238E27FC236}">
                <a16:creationId xmlns:a16="http://schemas.microsoft.com/office/drawing/2014/main" id="{E67A448D-99B4-4E13-98C2-ED1F929213BD}"/>
              </a:ext>
            </a:extLst>
          </p:cNvPr>
          <p:cNvSpPr txBox="1"/>
          <p:nvPr/>
        </p:nvSpPr>
        <p:spPr>
          <a:xfrm>
            <a:off x="1923023" y="3231292"/>
            <a:ext cx="5493812" cy="369332"/>
          </a:xfrm>
          <a:prstGeom prst="rect">
            <a:avLst/>
          </a:prstGeom>
          <a:noFill/>
        </p:spPr>
        <p:txBody>
          <a:bodyPr wrap="none" rtlCol="0">
            <a:spAutoFit/>
          </a:bodyPr>
          <a:lstStyle/>
          <a:p>
            <a:r>
              <a:rPr kumimoji="1" lang="ja-JP" altLang="en-US" dirty="0"/>
              <a:t>倒されると一定時間後リスポーン（回数制限なし）</a:t>
            </a:r>
          </a:p>
        </p:txBody>
      </p:sp>
    </p:spTree>
    <p:extLst>
      <p:ext uri="{BB962C8B-B14F-4D97-AF65-F5344CB8AC3E}">
        <p14:creationId xmlns:p14="http://schemas.microsoft.com/office/powerpoint/2010/main" val="136449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C025A91B-8E21-49AF-9883-33BD13B92337}"/>
              </a:ext>
            </a:extLst>
          </p:cNvPr>
          <p:cNvSpPr txBox="1"/>
          <p:nvPr/>
        </p:nvSpPr>
        <p:spPr>
          <a:xfrm>
            <a:off x="2187147" y="2309852"/>
            <a:ext cx="1569660" cy="369332"/>
          </a:xfrm>
          <a:prstGeom prst="rect">
            <a:avLst/>
          </a:prstGeom>
          <a:noFill/>
        </p:spPr>
        <p:txBody>
          <a:bodyPr wrap="none" rtlCol="0">
            <a:spAutoFit/>
          </a:bodyPr>
          <a:lstStyle/>
          <a:p>
            <a:r>
              <a:rPr kumimoji="1" lang="ja-JP" altLang="en-US" u="sng" dirty="0"/>
              <a:t>勝利条件の例</a:t>
            </a:r>
          </a:p>
        </p:txBody>
      </p:sp>
      <p:sp>
        <p:nvSpPr>
          <p:cNvPr id="3" name="テキスト ボックス 2">
            <a:extLst>
              <a:ext uri="{FF2B5EF4-FFF2-40B4-BE49-F238E27FC236}">
                <a16:creationId xmlns:a16="http://schemas.microsoft.com/office/drawing/2014/main" id="{F3E7AE88-25B9-4566-94BB-1E6BB9CD1FF1}"/>
              </a:ext>
            </a:extLst>
          </p:cNvPr>
          <p:cNvSpPr txBox="1"/>
          <p:nvPr/>
        </p:nvSpPr>
        <p:spPr>
          <a:xfrm>
            <a:off x="2829698" y="2828835"/>
            <a:ext cx="3474028" cy="1715470"/>
          </a:xfrm>
          <a:prstGeom prst="rect">
            <a:avLst/>
          </a:prstGeom>
          <a:noFill/>
        </p:spPr>
        <p:txBody>
          <a:bodyPr wrap="none" rtlCol="0">
            <a:spAutoFit/>
          </a:bodyPr>
          <a:lstStyle/>
          <a:p>
            <a:pPr marL="285750" indent="-285750">
              <a:lnSpc>
                <a:spcPct val="150000"/>
              </a:lnSpc>
              <a:buFont typeface="Arial" panose="020B0604020202020204" pitchFamily="34" charset="0"/>
              <a:buChar char="•"/>
            </a:pPr>
            <a:r>
              <a:rPr kumimoji="1" lang="ja-JP" altLang="en-US" dirty="0"/>
              <a:t>子を〇回倒す</a:t>
            </a:r>
            <a:endParaRPr kumimoji="1" lang="en-US" altLang="ja-JP" dirty="0"/>
          </a:p>
          <a:p>
            <a:pPr marL="285750" indent="-285750">
              <a:lnSpc>
                <a:spcPct val="150000"/>
              </a:lnSpc>
              <a:buFont typeface="Arial" panose="020B0604020202020204" pitchFamily="34" charset="0"/>
              <a:buChar char="•"/>
            </a:pPr>
            <a:r>
              <a:rPr lang="ja-JP" altLang="en-US" dirty="0"/>
              <a:t>〇分間生き残る</a:t>
            </a:r>
            <a:endParaRPr lang="en-US" altLang="ja-JP" dirty="0"/>
          </a:p>
          <a:p>
            <a:pPr marL="285750" indent="-285750">
              <a:lnSpc>
                <a:spcPct val="150000"/>
              </a:lnSpc>
              <a:buFont typeface="Arial" panose="020B0604020202020204" pitchFamily="34" charset="0"/>
              <a:buChar char="•"/>
            </a:pPr>
            <a:r>
              <a:rPr kumimoji="1" lang="ja-JP" altLang="en-US" dirty="0"/>
              <a:t>必殺技を〇回使う</a:t>
            </a:r>
            <a:endParaRPr kumimoji="1" lang="en-US" altLang="ja-JP" dirty="0"/>
          </a:p>
          <a:p>
            <a:pPr marL="285750" indent="-285750">
              <a:lnSpc>
                <a:spcPct val="150000"/>
              </a:lnSpc>
              <a:buFont typeface="Arial" panose="020B0604020202020204" pitchFamily="34" charset="0"/>
              <a:buChar char="•"/>
            </a:pPr>
            <a:r>
              <a:rPr lang="ja-JP" altLang="en-US" dirty="0"/>
              <a:t>〇秒間攻撃を受けない　など</a:t>
            </a:r>
            <a:endParaRPr kumimoji="1" lang="ja-JP" altLang="en-US" dirty="0"/>
          </a:p>
        </p:txBody>
      </p:sp>
    </p:spTree>
    <p:extLst>
      <p:ext uri="{BB962C8B-B14F-4D97-AF65-F5344CB8AC3E}">
        <p14:creationId xmlns:p14="http://schemas.microsoft.com/office/powerpoint/2010/main" val="299500295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TotalTime>
  <Words>148</Words>
  <Application>Microsoft Office PowerPoint</Application>
  <PresentationFormat>ワイド画面</PresentationFormat>
  <Paragraphs>18</Paragraphs>
  <Slides>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vt:i4>
      </vt:variant>
    </vt:vector>
  </HeadingPairs>
  <TitlesOfParts>
    <vt:vector size="9"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黒沢　爽次</dc:creator>
  <cp:lastModifiedBy>黒沢　爽次</cp:lastModifiedBy>
  <cp:revision>13</cp:revision>
  <dcterms:created xsi:type="dcterms:W3CDTF">2026-05-28T03:29:19Z</dcterms:created>
  <dcterms:modified xsi:type="dcterms:W3CDTF">2026-06-02T02:53:12Z</dcterms:modified>
</cp:coreProperties>
</file>